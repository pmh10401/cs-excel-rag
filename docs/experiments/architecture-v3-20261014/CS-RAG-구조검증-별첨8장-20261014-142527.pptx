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668c6d2abb4438" /><Relationship Type="http://schemas.openxmlformats.org/officeDocument/2006/relationships/extended-properties" Target="/docProps/app.xml" Id="R7f7259a77fd14a7b" /><Relationship Type="http://schemas.openxmlformats.org/officeDocument/2006/relationships/officeDocument" Target="/ppt/presentation.xml" Id="Rb55028b5156248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cee62b05404423"/>
  </p:sldMasterIdLst>
  <p:notesMasterIdLst>
    <p:notesMasterId xmlns:r="http://schemas.openxmlformats.org/officeDocument/2006/relationships" r:id="R36897c46d6264d75"/>
  </p:notesMasterIdLst>
  <p:sldIdLst>
    <p:sldId xmlns:r="http://schemas.openxmlformats.org/officeDocument/2006/relationships" id="256" r:id="R76a5833da52d4f3a"/>
    <p:sldId xmlns:r="http://schemas.openxmlformats.org/officeDocument/2006/relationships" id="257" r:id="Rc352b6a6b22d4404"/>
    <p:sldId xmlns:r="http://schemas.openxmlformats.org/officeDocument/2006/relationships" id="258" r:id="R5b17c47cd22d4cd5"/>
    <p:sldId xmlns:r="http://schemas.openxmlformats.org/officeDocument/2006/relationships" id="259" r:id="Rc3438a7717b34989"/>
    <p:sldId xmlns:r="http://schemas.openxmlformats.org/officeDocument/2006/relationships" id="260" r:id="Rdf5f8018d2a84fd1"/>
    <p:sldId xmlns:r="http://schemas.openxmlformats.org/officeDocument/2006/relationships" id="261" r:id="R90d1d119744b47e0"/>
    <p:sldId xmlns:r="http://schemas.openxmlformats.org/officeDocument/2006/relationships" id="262" r:id="R797f85c8df604d48"/>
    <p:sldId xmlns:r="http://schemas.openxmlformats.org/officeDocument/2006/relationships" id="263" r:id="R97574aac73e04f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6ac84c1f58469d" /><Relationship Type="http://schemas.openxmlformats.org/officeDocument/2006/relationships/slideMaster" Target="/ppt/slideMasters/slideMaster1.xml" Id="R2ccee62b05404423" /><Relationship Type="http://schemas.openxmlformats.org/officeDocument/2006/relationships/notesMaster" Target="/ppt/notesMasters/notesMaster1.xml" Id="R36897c46d6264d75" /><Relationship Type="http://schemas.openxmlformats.org/officeDocument/2006/relationships/presProps" Target="/ppt/presProps.xml" Id="Rd80b843d47214f23" /><Relationship Type="http://schemas.openxmlformats.org/officeDocument/2006/relationships/tableStyles" Target="/ppt/tableStyles.xml" Id="R644ebe628d6944fe" /><Relationship Type="http://schemas.openxmlformats.org/officeDocument/2006/relationships/slide" Target="/ppt/slides/slide1.xml" Id="R76a5833da52d4f3a" /><Relationship Type="http://schemas.openxmlformats.org/officeDocument/2006/relationships/slide" Target="/ppt/slides/slide2.xml" Id="Rc352b6a6b22d4404" /><Relationship Type="http://schemas.openxmlformats.org/officeDocument/2006/relationships/slide" Target="/ppt/slides/slide3.xml" Id="R5b17c47cd22d4cd5" /><Relationship Type="http://schemas.openxmlformats.org/officeDocument/2006/relationships/slide" Target="/ppt/slides/slide4.xml" Id="Rc3438a7717b34989" /><Relationship Type="http://schemas.openxmlformats.org/officeDocument/2006/relationships/slide" Target="/ppt/slides/slide5.xml" Id="Rdf5f8018d2a84fd1" /><Relationship Type="http://schemas.openxmlformats.org/officeDocument/2006/relationships/slide" Target="/ppt/slides/slide6.xml" Id="R90d1d119744b47e0" /><Relationship Type="http://schemas.openxmlformats.org/officeDocument/2006/relationships/slide" Target="/ppt/slides/slide7.xml" Id="R797f85c8df604d48" /><Relationship Type="http://schemas.openxmlformats.org/officeDocument/2006/relationships/slide" Target="/ppt/slides/slide8.xml" Id="R97574aac73e04f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461a202c624d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d1d98ad41f4f09" /><Relationship Type="http://schemas.openxmlformats.org/officeDocument/2006/relationships/notesMaster" Target="/ppt/notesMasters/notesMaster1.xml" Id="Rb39124869da549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76807cea0648a5" /><Relationship Type="http://schemas.openxmlformats.org/officeDocument/2006/relationships/notesMaster" Target="/ppt/notesMasters/notesMaster1.xml" Id="Ra73a9f3e683043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2bcc57390649e0" /><Relationship Type="http://schemas.openxmlformats.org/officeDocument/2006/relationships/notesMaster" Target="/ppt/notesMasters/notesMaster1.xml" Id="R68b36f34fa1b45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4d78d6ad434336" /><Relationship Type="http://schemas.openxmlformats.org/officeDocument/2006/relationships/notesMaster" Target="/ppt/notesMasters/notesMaster1.xml" Id="R290a32812ecf44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01f683f49f4596" /><Relationship Type="http://schemas.openxmlformats.org/officeDocument/2006/relationships/notesMaster" Target="/ppt/notesMasters/notesMaster1.xml" Id="Ra37b7bbe09ae4f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99a89fc17e4dff" /><Relationship Type="http://schemas.openxmlformats.org/officeDocument/2006/relationships/notesMaster" Target="/ppt/notesMasters/notesMaster1.xml" Id="Rd792302deaf740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488d187a4f4067" /><Relationship Type="http://schemas.openxmlformats.org/officeDocument/2006/relationships/notesMaster" Target="/ppt/notesMasters/notesMaster1.xml" Id="R2569b711b3d24e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58e1d3a5294acf" /><Relationship Type="http://schemas.openxmlformats.org/officeDocument/2006/relationships/notesMaster" Target="/ppt/notesMasters/notesMaster1.xml" Id="Rd5efda25e82c42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/Users/mac/Documents/ChatGPT/RAG 구성/outputs/architecture-24h-v3-20261014-125800/existing_evidence.md</a:t>
            </a:r>
          </a:p>
          <a:p xmlns:a="http://schemas.openxmlformats.org/drawingml/2006/main">
            <a:r>
              <a:t>데이터는 합성/실버 라벨이며 사람·현장·Windows 성과가 아닙니다. 기준 2026-10-14 14:25 KST.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/Users/mac/Documents/ChatGPT/RAG 구성/outputs/architecture-24h-v3-20261014-125800/A_selection.jsonl; /Users/mac/Documents/ChatGPT/RAG 구성/outputs/architecture-24h-v3-20261014-125800/paired_conditions.csv</a:t>
            </a:r>
          </a:p>
          <a:p xmlns:a="http://schemas.openxmlformats.org/drawingml/2006/main">
            <a:r>
              <a:t>데이터는 합성/실버 라벨이며 사람·현장·Windows 성과가 아닙니다. 기준 2026-10-14 14:25 KST.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/Users/mac/Documents/ChatGPT/RAG 구성/outputs/architecture-24h-v3-20261014-125800/A_selection.jsonl; /Users/mac/Documents/ChatGPT/RAG 구성/outputs/architecture-24h-v3-20261014-125800/paired_conditions.csv</a:t>
            </a:r>
          </a:p>
          <a:p xmlns:a="http://schemas.openxmlformats.org/drawingml/2006/main">
            <a:r>
              <a:t>데이터는 합성/실버 라벨이며 사람·현장·Windows 성과가 아닙니다. 기준 2026-10-14 14:25 KST.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/Users/mac/Documents/ChatGPT/RAG 구성/outputs/architecture-24h-v3-20261014-125800/summary.csv; /Users/mac/Documents/ChatGPT/RAG 구성/outputs/architecture-24h-v3-20261014-125800/case_packets.md</a:t>
            </a:r>
          </a:p>
          <a:p xmlns:a="http://schemas.openxmlformats.org/drawingml/2006/main">
            <a:r>
              <a:t>데이터는 합성/실버 라벨이며 사람·현장·Windows 성과가 아닙니다. 기준 2026-10-14 14:25 KST.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/Users/mac/Documents/ChatGPT/RAG 구성/outputs/architecture-24h-v3-20261014-125800/B_controls.jsonl; /Users/mac/Documents/ChatGPT/RAG 구성/outputs/architecture-24h-v3-20261014-125800/A_answers.jsonl</a:t>
            </a:r>
          </a:p>
          <a:p xmlns:a="http://schemas.openxmlformats.org/drawingml/2006/main">
            <a:r>
              <a:t>데이터는 합성/실버 라벨이며 사람·현장·Windows 성과가 아닙니다. 기준 2026-10-14 14:25 KST.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/Users/mac/Documents/ChatGPT/RAG 구성/outputs/architecture-24h-v3-20261014-125800/source_manifest.json; /Users/mac/Documents/ChatGPT/RAG 구성/outputs/architecture-24h-v3-20261014-125800/verification.json</a:t>
            </a:r>
          </a:p>
          <a:p xmlns:a="http://schemas.openxmlformats.org/drawingml/2006/main">
            <a:r>
              <a:t>데이터는 합성/실버 라벨이며 사람·현장·Windows 성과가 아닙니다. 기준 2026-10-14 14:25 KST.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/Users/mac/Documents/ChatGPT/RAG 구성/outputs/architecture-24h-v3-20261014-125800/A_selection.jsonl; /Users/mac/Documents/ChatGPT/RAG 구성/outputs/architecture-24h-v3-20261014-125800/A_answers.jsonl</a:t>
            </a:r>
          </a:p>
          <a:p xmlns:a="http://schemas.openxmlformats.org/drawingml/2006/main">
            <a:r>
              <a:t>데이터는 합성/실버 라벨이며 사람·현장·Windows 성과가 아닙니다. 기준 2026-10-14 14:25 KST.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/Users/mac/Documents/ChatGPT/RAG 구성/outputs/architecture-24h-v3-20261014-125800/verification.json; /Users/mac/Documents/ChatGPT/RAG 구성/outputs/architecture-24h-v3-20261014-125800/not_run_and_failures.md</a:t>
            </a:r>
          </a:p>
          <a:p xmlns:a="http://schemas.openxmlformats.org/drawingml/2006/main">
            <a:r>
              <a:t>데이터는 합성/실버 라벨이며 사람·현장·Windows 성과가 아닙니다. 기준 2026-10-14 14:25 KST.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ec6a2600443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9073decdd4e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600e86e7c40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0e9985ff849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20d4ff85145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f0179306043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DDCF35-142B-46DA-A581-AEEABA67C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A7325B-2176-42FE-98C3-381F42C237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62D92D-CB71-42F3-8FFE-C89890D8E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DFC204-1E2E-4DD9-870A-9B36B12BB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0B6E82-C6BD-45D8-9488-068399A2DC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FAEE79-6A0A-45DC-ACD6-807261442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4B29DD-619C-4B9D-82D4-B114819591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E16BD30-9077-4A3D-9185-5B23840808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F44B1D-60F8-49DF-81C8-CE3ADC6CC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3D2FE1-A460-4EC0-A922-053B102914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d87deeb0814347" /><Relationship Type="http://schemas.openxmlformats.org/officeDocument/2006/relationships/slideLayout" Target="/ppt/slideLayouts/slideLayout1.xml" Id="R03bb722d1393450d" /><Relationship Type="http://schemas.openxmlformats.org/officeDocument/2006/relationships/slideLayout" Target="/ppt/slideLayouts/slideLayout2.xml" Id="Re27edf317a134329" /><Relationship Type="http://schemas.openxmlformats.org/officeDocument/2006/relationships/slideLayout" Target="/ppt/slideLayouts/slideLayout3.xml" Id="R7ed68af40d054436" /><Relationship Type="http://schemas.openxmlformats.org/officeDocument/2006/relationships/slideLayout" Target="/ppt/slideLayouts/slideLayout4.xml" Id="R4d78d3f3a914494d" /><Relationship Type="http://schemas.openxmlformats.org/officeDocument/2006/relationships/slideLayout" Target="/ppt/slideLayouts/slideLayout5.xml" Id="R74d7300904734c2b" /><Relationship Type="http://schemas.openxmlformats.org/officeDocument/2006/relationships/slideLayout" Target="/ppt/slideLayouts/slideLayout6.xml" Id="Rf6e6c27697f448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bb722d1393450d"/>
    <p:sldLayoutId xmlns:r="http://schemas.openxmlformats.org/officeDocument/2006/relationships" id="2147483650" r:id="Re27edf317a134329"/>
    <p:sldLayoutId xmlns:r="http://schemas.openxmlformats.org/officeDocument/2006/relationships" id="2147483651" r:id="R7ed68af40d054436"/>
    <p:sldLayoutId xmlns:r="http://schemas.openxmlformats.org/officeDocument/2006/relationships" id="2147483652" r:id="R4d78d3f3a914494d"/>
    <p:sldLayoutId xmlns:r="http://schemas.openxmlformats.org/officeDocument/2006/relationships" id="2147483653" r:id="R74d7300904734c2b"/>
    <p:sldLayoutId xmlns:r="http://schemas.openxmlformats.org/officeDocument/2006/relationships" id="2147483654" r:id="Rf6e6c27697f448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5b606476b4df1" /><Relationship Type="http://schemas.openxmlformats.org/officeDocument/2006/relationships/notesSlide" Target="/ppt/notesSlides/notesSlide1.xml" Id="R600957828a2d4a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35b87ff28497d" /><Relationship Type="http://schemas.openxmlformats.org/officeDocument/2006/relationships/notesSlide" Target="/ppt/notesSlides/notesSlide2.xml" Id="R73b1829f2ba74b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ca250356724800" /><Relationship Type="http://schemas.openxmlformats.org/officeDocument/2006/relationships/notesSlide" Target="/ppt/notesSlides/notesSlide3.xml" Id="Rdb2cf559133c4f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9744be19c4de5" /><Relationship Type="http://schemas.openxmlformats.org/officeDocument/2006/relationships/notesSlide" Target="/ppt/notesSlides/notesSlide4.xml" Id="R033b28bd16114a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6733e92b448cb" /><Relationship Type="http://schemas.openxmlformats.org/officeDocument/2006/relationships/notesSlide" Target="/ppt/notesSlides/notesSlide5.xml" Id="R86a13fb92e1244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d8e3a0200845cf" /><Relationship Type="http://schemas.openxmlformats.org/officeDocument/2006/relationships/notesSlide" Target="/ppt/notesSlides/notesSlide6.xml" Id="R5d6b33d429414b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54de79f20546b1" /><Relationship Type="http://schemas.openxmlformats.org/officeDocument/2006/relationships/notesSlide" Target="/ppt/notesSlides/notesSlide7.xml" Id="R9059a74173dc47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aab8c0a4843a0" /><Relationship Type="http://schemas.openxmlformats.org/officeDocument/2006/relationships/notesSlide" Target="/ppt/notesSlides/notesSlide8.xml" Id="R9261a86eb0bf41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D0483-C119-47FD-A614-CA383DB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E0 ·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개발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증거와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강한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검색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591CD-5654-4523-8605-762C61FD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1"/>
                </a:solidFill>
              </a:defRPr>
            </a:pPr>
            <a:r>
              <a:rPr sz="120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existing_evidence.md · 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29F24-EF38-4D3B-B397-9414A242919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914650"/>
                <a:gridCol w="29146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</a:t>
                      </a:r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2026-10-07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</a:t>
                      </a:r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현상</a:t>
                      </a:r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keyword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28/44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25/41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qwen_hybrid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39/44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36/41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gemma2_hybrid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35/44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32/41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48A94-5384-4DCA-B55C-1ADAA509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969DA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969DA"/>
                </a:solidFill>
              </a:defRPr>
            </a:pP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Clef8: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첫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적합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5/8 → 8/8,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상위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3 8/8 → 8/8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D35F2-B48C-4154-A8C6-46185E99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171"/>
                </a:solidFill>
              </a:defRPr>
            </a:pP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과거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템플릿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개발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일부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정상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조건은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원문에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미명시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신규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36·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현장과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합산하지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않음</a:t>
            </a:r>
          </a:p>
        </p:txBody>
      </p:sp>
    </p:spTree>
    <p:extLst>
      <p:ext uri="{BB962C8B-B14F-4D97-AF65-F5344CB8AC3E}">
        <p14:creationId xmlns:p14="http://schemas.microsoft.com/office/powerpoint/2010/main" val="1504204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D6C43-92AF-42BB-8B86-97429776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A ·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대조쌍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1–6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0EB6D-43F6-4777-96E5-F3648A8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1"/>
                </a:solidFill>
              </a:defRPr>
            </a:pPr>
            <a:r>
              <a:rPr sz="120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A_selection.jsonl / paired_conditions.csv · 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CB0EA-2979-4D71-9152-37F22AC02256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76550"/>
                <a:gridCol w="1619250"/>
                <a:gridCol w="1619250"/>
                <a:gridCol w="1619250"/>
                <a:gridCol w="1619250"/>
                <a:gridCol w="1619250"/>
              </a:tblGrid>
              <a:tr h="49666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pair-0-0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pair-0-1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pair-1-0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pair-1-1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pair-2-0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pair-2-1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DEE75-C079-4425-A04A-8FA8B6B3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171"/>
                </a:solidFill>
              </a:defRPr>
            </a:pP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○ / ×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는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한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쌍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두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질문의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첫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직접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적합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여부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생성군은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독립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표본이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아님</a:t>
            </a:r>
          </a:p>
        </p:txBody>
      </p:sp>
    </p:spTree>
    <p:extLst>
      <p:ext uri="{BB962C8B-B14F-4D97-AF65-F5344CB8AC3E}">
        <p14:creationId xmlns:p14="http://schemas.microsoft.com/office/powerpoint/2010/main" val="491305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C1F0D-651A-4BA5-BE13-6EFAC635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A ·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대조쌍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7–12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9642B-D0A5-4842-9562-3E88A88A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1"/>
                </a:solidFill>
              </a:defRPr>
            </a:pPr>
            <a:r>
              <a:rPr sz="120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A_selection.jsonl / paired_conditions.csv · 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E8736-AC00-4986-8210-5326DE23416C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76550"/>
                <a:gridCol w="1619250"/>
                <a:gridCol w="1619250"/>
                <a:gridCol w="1619250"/>
                <a:gridCol w="1619250"/>
                <a:gridCol w="1619250"/>
              </a:tblGrid>
              <a:tr h="49666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pair-3-0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pair-3-1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pair-4-0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pair-4-1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pair-5-0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pair-5-1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×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○ / 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8105C-FC8E-47D0-8DE1-8AEAD8D7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171"/>
                </a:solidFill>
              </a:defRPr>
            </a:pP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순서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추가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12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첫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ID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유지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10/12.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대상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질문의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반복이며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독립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12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문항이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아님</a:t>
            </a:r>
          </a:p>
        </p:txBody>
      </p:sp>
    </p:spTree>
    <p:extLst>
      <p:ext uri="{BB962C8B-B14F-4D97-AF65-F5344CB8AC3E}">
        <p14:creationId xmlns:p14="http://schemas.microsoft.com/office/powerpoint/2010/main" val="1919305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E7E6E-DA8D-46D2-9F49-A4DFE273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A ·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근거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없음과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정확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조회는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별도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29CD7-FE12-4328-9D9F-F3B98AA4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1"/>
                </a:solidFill>
              </a:defRPr>
            </a:pPr>
            <a:r>
              <a:rPr sz="120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summary.csv / case_packets.md · 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7EB51-DBAB-4E46-B889-3770C6FFFF70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143250"/>
                <a:gridCol w="3048000"/>
                <a:gridCol w="3162300"/>
              </a:tblGrid>
              <a:tr h="555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근거없음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6: 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정확조회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양성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5: 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첫적합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정확조회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실제선택호출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5/5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5/5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5/5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0/6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5/5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B155D-625A-4F54-8200-B7DCDB0E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171"/>
                </a:solidFill>
              </a:defRPr>
            </a:pP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정확조회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6 =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양성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5 +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없는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번호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1(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빈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반환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정상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). V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용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준비와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H/HC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정확조회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경로를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구분하며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의미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오류로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합산하지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않음</a:t>
            </a:r>
          </a:p>
        </p:txBody>
      </p:sp>
    </p:spTree>
    <p:extLst>
      <p:ext uri="{BB962C8B-B14F-4D97-AF65-F5344CB8AC3E}">
        <p14:creationId xmlns:p14="http://schemas.microsoft.com/office/powerpoint/2010/main" val="2024686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9417A-9548-4866-B227-4C1435B8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B ·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주입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오류와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실패를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E0B00-C72D-4DF0-85C0-8A3F0243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1"/>
                </a:solidFill>
              </a:defRPr>
            </a:pPr>
            <a:r>
              <a:rPr sz="120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B_controls.jsonl / A_answers.jsonl · 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5F517-668B-4D52-ACDE-2AF76404526B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191000"/>
                <a:gridCol w="4781550"/>
              </a:tblGrid>
              <a:tr h="714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주입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12/12 ·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주입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3/12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검사기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4/24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흐름이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제공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unknown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의역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전체는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95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미판정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1C44C-0DFD-4060-A452-72206AA4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1">
                <a:solidFill>
                  <a:srgbClr val="0969DA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969DA"/>
                </a:solidFill>
              </a:defRPr>
            </a:pP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예정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미실시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결과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미확인을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완료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성공으로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바꾼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사례도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검사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결과대로</a:t>
            </a:r>
            <a:r>
              <a:rPr sz="2100" b="1">
                <a:solidFill>
                  <a:srgbClr val="0969DA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100" b="1">
                <a:solidFill>
                  <a:srgbClr val="0969DA"/>
                </a:solidFill>
                <a:latin typeface="Malgun Gothic"/>
                <a:ea typeface="Malgun Gothic"/>
                <a:cs typeface="Malgun Gothic"/>
              </a:rPr>
              <a:t>보존</a:t>
            </a:r>
          </a:p>
        </p:txBody>
      </p:sp>
    </p:spTree>
    <p:extLst>
      <p:ext uri="{BB962C8B-B14F-4D97-AF65-F5344CB8AC3E}">
        <p14:creationId xmlns:p14="http://schemas.microsoft.com/office/powerpoint/2010/main" val="2017528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DE3C6-D481-446B-A8BB-50838B1E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C ·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원문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자료형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상세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/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작업의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독립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대조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FD67A-C6AC-46C5-BAE3-33BFCC8D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1"/>
                </a:solidFill>
              </a:defRPr>
            </a:pPr>
            <a:r>
              <a:rPr sz="120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source_manifest.json / verification.json · 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8168E-C6CD-4144-993F-71D54C5855DD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381250"/>
                <a:gridCol w="2190750"/>
                <a:gridCol w="2381250"/>
                <a:gridCol w="2590800"/>
              </a:tblGrid>
              <a:tr h="53748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상세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history28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history28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history28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CSList128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CSList128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CSList128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2E269-9B5A-40F8-881B-BD4108D4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650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171"/>
                </a:solidFill>
              </a:defRPr>
            </a:pP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28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열은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CS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의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복수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상세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, 128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열은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행의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작업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1·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작업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2. 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내부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ID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를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억지로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일치시키지</a:t>
            </a:r>
            <a:r>
              <a:rPr sz="165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50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않음</a:t>
            </a:r>
          </a:p>
        </p:txBody>
      </p:sp>
    </p:spTree>
    <p:extLst>
      <p:ext uri="{BB962C8B-B14F-4D97-AF65-F5344CB8AC3E}">
        <p14:creationId xmlns:p14="http://schemas.microsoft.com/office/powerpoint/2010/main" val="668038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C1633-645A-4370-839A-AFC788DA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비용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·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적재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추론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시간과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메모리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C4902-5B42-4485-A2FD-3B4E150E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1"/>
                </a:solidFill>
              </a:defRPr>
            </a:pPr>
            <a:r>
              <a:rPr sz="120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A_selection.jsonl / A_answers.jsonl · 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DEEF0-B46D-4457-99BD-BC320B998AE3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429000"/>
                <a:gridCol w="2571750"/>
                <a:gridCol w="3448050"/>
              </a:tblGrid>
              <a:tr h="7739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메모리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Qwen4B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묶음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;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점수중앙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1.9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8.76 GiB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MPS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끝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driver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피크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;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적재포함중앙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27.3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10.00 GiB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MLX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추론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메모리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본문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H3/HC3/H5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wall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GPU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피크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교대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정리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B8FD9-1BB9-4AF9-AEC6-54370C97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171"/>
                </a:solidFill>
              </a:defRPr>
            </a:pP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상주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묶음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속도와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요청별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교대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속도를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축으로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주장하지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않음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. RSS·unified·driver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메모리는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합산하지</a:t>
            </a:r>
            <a:r>
              <a:rPr sz="1725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25" b="0">
                <a:solidFill>
                  <a:srgbClr val="526171"/>
                </a:solidFill>
                <a:latin typeface="Malgun Gothic"/>
                <a:ea typeface="Malgun Gothic"/>
                <a:cs typeface="Malgun Gothic"/>
              </a:rPr>
              <a:t>않음</a:t>
            </a:r>
          </a:p>
        </p:txBody>
      </p:sp>
    </p:spTree>
    <p:extLst>
      <p:ext uri="{BB962C8B-B14F-4D97-AF65-F5344CB8AC3E}">
        <p14:creationId xmlns:p14="http://schemas.microsoft.com/office/powerpoint/2010/main" val="1339294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01E6A-3597-4383-B62B-85E2CBB3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0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범위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·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실패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미완료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재현</a:t>
            </a:r>
            <a:r>
              <a:rPr sz="3000" b="1">
                <a:solidFill>
                  <a:srgbClr val="17212B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0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자료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6A32F-8DAF-4030-A9F3-2662DF69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00" b="0">
                <a:solidFill>
                  <a:srgbClr val="526171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171"/>
                </a:solidFill>
              </a:defRPr>
            </a:pPr>
            <a:r>
              <a:rPr sz="1200" b="0">
                <a:solidFill>
                  <a:srgbClr val="526171"/>
                </a:solidFill>
                <a:latin typeface="Times New Roman"/>
                <a:ea typeface="Times New Roman"/>
                <a:cs typeface="Times New Roman"/>
              </a:rPr>
              <a:t>verification.json / not_run_and_failures.md · 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E5E24-1B78-4787-9506-08EC64457B49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191125"/>
                <a:gridCol w="40671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T w="9525">
                      <a:solidFill>
                        <a:srgbClr val="D8E0E8"/>
                      </a:solidFill>
                      <a:prstDash val="solid"/>
                    </a:lnT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0969D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protocol.initial.json / protocol.json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실버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라벨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source_manifest.json / verification.json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Windows/DRM·120B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미검증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원시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JSONL·GPU traces·not_run_and_failures.md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unknown·fallback·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미완료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0E8"/>
                      </a:solidFill>
                      <a:prstDash val="solid"/>
                    </a:lnL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DB·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기본값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커밋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푸시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·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800" b="0">
                          <a:solidFill>
                            <a:srgbClr val="1721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0E8"/>
                      </a:solidFill>
                      <a:prstDash val="solid"/>
                    </a:lnR>
                    <a:lnB w="9525">
                      <a:solidFill>
                        <a:srgbClr val="D8E0E8"/>
                      </a:solidFill>
                      <a:prstDash val="solid"/>
                    </a:lnB>
                    <a:solidFill>
                      <a:srgbClr val="F0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377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2026-10-14T05:25:40.9810000Z</dcterms:created>
  <dcterms:modified xsi:type="dcterms:W3CDTF">2026-10-14T05:25:40.9810000Z</dcterms:modified>
</coreProperties>
</file>