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6e5bd584a34b64" /><Relationship Type="http://schemas.openxmlformats.org/officeDocument/2006/relationships/extended-properties" Target="/docProps/app.xml" Id="Rde0df41a34834d82" /><Relationship Type="http://schemas.openxmlformats.org/officeDocument/2006/relationships/officeDocument" Target="/ppt/presentation.xml" Id="R858bf129b44e477e" /></Relationships>
</file>

<file path=ppt/presentation.xml><?xml version="1.0" encoding="utf-8"?>
<p:presentation xmlns:p="http://schemas.openxmlformats.org/presentationml/2006/main">
  <p:sldMasterIdLst>
    <p:sldMasterId xmlns:r="http://schemas.openxmlformats.org/officeDocument/2006/relationships" id="2147483648" r:id="R49e2e42745a94b89"/>
  </p:sldMasterIdLst>
  <p:notesMasterIdLst>
    <p:notesMasterId xmlns:r="http://schemas.openxmlformats.org/officeDocument/2006/relationships" r:id="Rb1f911d1ba814c27"/>
  </p:notesMasterIdLst>
  <p:sldIdLst>
    <p:sldId xmlns:r="http://schemas.openxmlformats.org/officeDocument/2006/relationships" id="256" r:id="R6ad25a2a8df44f53"/>
    <p:sldId xmlns:r="http://schemas.openxmlformats.org/officeDocument/2006/relationships" id="257" r:id="R0036608d64994c8b"/>
    <p:sldId xmlns:r="http://schemas.openxmlformats.org/officeDocument/2006/relationships" id="258" r:id="Rb7828daf1a544e6c"/>
    <p:sldId xmlns:r="http://schemas.openxmlformats.org/officeDocument/2006/relationships" id="259" r:id="Rf5f9e8d353f54d9a"/>
    <p:sldId xmlns:r="http://schemas.openxmlformats.org/officeDocument/2006/relationships" id="260" r:id="R0da1e6d5a42542ef"/>
    <p:sldId xmlns:r="http://schemas.openxmlformats.org/officeDocument/2006/relationships" id="261" r:id="Rdd684097135743c0"/>
    <p:sldId xmlns:r="http://schemas.openxmlformats.org/officeDocument/2006/relationships" id="262" r:id="R595c238a770e49f5"/>
    <p:sldId xmlns:r="http://schemas.openxmlformats.org/officeDocument/2006/relationships" id="263" r:id="R516ca493d1b746a9"/>
    <p:sldId xmlns:r="http://schemas.openxmlformats.org/officeDocument/2006/relationships" id="264" r:id="Ra44948ae538b477c"/>
    <p:sldId xmlns:r="http://schemas.openxmlformats.org/officeDocument/2006/relationships" id="265" r:id="R67a53313d51c4a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f3ce68b5894d19" /><Relationship Type="http://schemas.openxmlformats.org/officeDocument/2006/relationships/slideMaster" Target="/ppt/slideMasters/slideMaster1.xml" Id="R49e2e42745a94b89" /><Relationship Type="http://schemas.openxmlformats.org/officeDocument/2006/relationships/notesMaster" Target="/ppt/notesMasters/notesMaster1.xml" Id="Rb1f911d1ba814c27" /><Relationship Type="http://schemas.openxmlformats.org/officeDocument/2006/relationships/presProps" Target="/ppt/presProps.xml" Id="R32e7ec4b222a4190" /><Relationship Type="http://schemas.openxmlformats.org/officeDocument/2006/relationships/tableStyles" Target="/ppt/tableStyles.xml" Id="Rcabd211e244544df" /><Relationship Type="http://schemas.openxmlformats.org/officeDocument/2006/relationships/slide" Target="/ppt/slides/slide1.xml" Id="R6ad25a2a8df44f53" /><Relationship Type="http://schemas.openxmlformats.org/officeDocument/2006/relationships/slide" Target="/ppt/slides/slide2.xml" Id="R0036608d64994c8b" /><Relationship Type="http://schemas.openxmlformats.org/officeDocument/2006/relationships/slide" Target="/ppt/slides/slide3.xml" Id="Rb7828daf1a544e6c" /><Relationship Type="http://schemas.openxmlformats.org/officeDocument/2006/relationships/slide" Target="/ppt/slides/slide4.xml" Id="Rf5f9e8d353f54d9a" /><Relationship Type="http://schemas.openxmlformats.org/officeDocument/2006/relationships/slide" Target="/ppt/slides/slide5.xml" Id="R0da1e6d5a42542ef" /><Relationship Type="http://schemas.openxmlformats.org/officeDocument/2006/relationships/slide" Target="/ppt/slides/slide6.xml" Id="Rdd684097135743c0" /><Relationship Type="http://schemas.openxmlformats.org/officeDocument/2006/relationships/slide" Target="/ppt/slides/slide7.xml" Id="R595c238a770e49f5" /><Relationship Type="http://schemas.openxmlformats.org/officeDocument/2006/relationships/slide" Target="/ppt/slides/slide8.xml" Id="R516ca493d1b746a9" /><Relationship Type="http://schemas.openxmlformats.org/officeDocument/2006/relationships/slide" Target="/ppt/slides/slide9.xml" Id="Ra44948ae538b477c" /><Relationship Type="http://schemas.openxmlformats.org/officeDocument/2006/relationships/slide" Target="/ppt/slides/slide10.xml" Id="R67a53313d51c4a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0fe2d767354f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aebb8471b34e3c" /><Relationship Type="http://schemas.openxmlformats.org/officeDocument/2006/relationships/notesMaster" Target="/ppt/notesMasters/notesMaster1.xml" Id="R95022f6166a743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909e9952394898" /><Relationship Type="http://schemas.openxmlformats.org/officeDocument/2006/relationships/notesMaster" Target="/ppt/notesMasters/notesMaster1.xml" Id="R90f159525fe740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8ca5478fc543f1" /><Relationship Type="http://schemas.openxmlformats.org/officeDocument/2006/relationships/notesMaster" Target="/ppt/notesMasters/notesMaster1.xml" Id="R438dc149d8dd47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21a8af051142d9" /><Relationship Type="http://schemas.openxmlformats.org/officeDocument/2006/relationships/notesMaster" Target="/ppt/notesMasters/notesMaster1.xml" Id="R3189cf03c0fe43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c941eece7d4890" /><Relationship Type="http://schemas.openxmlformats.org/officeDocument/2006/relationships/notesMaster" Target="/ppt/notesMasters/notesMaster1.xml" Id="R3f820467ce6c43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4968eafc2a4757" /><Relationship Type="http://schemas.openxmlformats.org/officeDocument/2006/relationships/notesMaster" Target="/ppt/notesMasters/notesMaster1.xml" Id="Re4a9703ccba54d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a6a6ae1de24080" /><Relationship Type="http://schemas.openxmlformats.org/officeDocument/2006/relationships/notesMaster" Target="/ppt/notesMasters/notesMaster1.xml" Id="Ra03e682be2a24f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8919c3d8a14851" /><Relationship Type="http://schemas.openxmlformats.org/officeDocument/2006/relationships/notesMaster" Target="/ppt/notesMasters/notesMaster1.xml" Id="R064e53fcc86446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074a7ea52b460e" /><Relationship Type="http://schemas.openxmlformats.org/officeDocument/2006/relationships/notesMaster" Target="/ppt/notesMasters/notesMaster1.xml" Id="Rf5cf3041eabd48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785c1d0b0342cb" /><Relationship Type="http://schemas.openxmlformats.org/officeDocument/2006/relationships/notesMaster" Target="/ppt/notesMasters/notesMaster1.xml" Id="R95edb31d5e414c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발표는 과거 CS에서 지금 질문의 조건에 맞는 원문 근거를 찾는 구조를 설명합니다. 상세와 작업, 원문 셀을 유지하고 검색과 선택, 답변과 검사를 나누었습니다. 평가 기준은 AI 적합성30, 확산성40, 효과20, 적용 독창성10입니다. 남은 시간 안에 사람이 참여하지 않는 합성 검증을 수행했으며, 업무시간 절감이나 실제 타팀 도입 성과는 측정하지 않았습니다.</a:t>
            </a:r>
          </a:p>
          <a:p xmlns:a="http://schemas.openxmlformats.org/drawingml/2006/main">
            <a:r>
              <a:t/>
            </a:r>
          </a:p>
          <a:p xmlns:a="http://schemas.openxmlformats.org/drawingml/2006/main">
            <a:r>
              <a:t>근거: /Users/mac/Documents/ChatGPT/RAG 구성/outputs/architecture-24h-v3-20261014-125800/report.md</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두 원문은 설명을 위해 창작한 합성 기록입니다. 첫 기록은 실제 유량이 낮으면서 환수 온도가 높고, 두 번째는 유량이 정상인데 환수 온도가 높습니다. 냉각수와 온도라는 단어는 비슷하지만 기록된 조치는 다릅니다. 질문의 필수 조건이 원문에 명시되어 있을 때만 직접 적합으로 분류했습니다. 조건이 없으면 불명으로 두고, 선택 점수가 높다는 이유로 성공한 조치라고 부르지 않았습니다.</a:t>
            </a:r>
          </a:p>
          <a:p xmlns:a="http://schemas.openxmlformats.org/drawingml/2006/main">
            <a:r>
              <a:t/>
            </a:r>
          </a:p>
          <a:p xmlns:a="http://schemas.openxmlformats.org/drawingml/2006/main">
            <a:r>
              <a:t>근거: /Users/mac/Documents/ChatGPT/RAG 구성/outputs/architecture-24h-v3-20261014-125800/A-corpus.jsonl</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정확한 접수번호와 코드, 날짜, 지원하는 집계는 규칙 경로가 맡습니다. 표현이 다른 현상은 키워드와 벡터로 후보를 찾습니다. 선택 단계는 이미 찾은 후보의 순서를 바꾸며 빠진 근거를 새로 만들지는 못합니다. 답변 모델은 선택한 원문으로 설명하고, 프로그램은 상세와 셀, 수치와 인용을 대조합니다. 실패한 경우 제한된 보정이나 답변 보류가 있으며 원문은 유지합니다. 이 단계 분리는 다른 도구에서도 구현할 수 있는 설계입니다.</a:t>
            </a:r>
          </a:p>
          <a:p xmlns:a="http://schemas.openxmlformats.org/drawingml/2006/main">
            <a:r>
              <a:t/>
            </a:r>
          </a:p>
          <a:p xmlns:a="http://schemas.openxmlformats.org/drawingml/2006/main">
            <a:r>
              <a:t>근거: /Users/mac/Documents/ChatGPT/RAG 구성/outputs/architecture-24h-v3-20261014-125800/protocol.initial.json</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조건 질문24개,12대조쌍을 고정했습니다. N은 원문 기반 비AI 검색, V는 벡터 진단, H는 결합 검색, G는 이미 준비된 범용 Qwen4B, HC는 같은 H후보에 Clef를 적용한 결과입니다. 첫 직접 적합은 H 17/24, HC 23/24입니다. 후보를 바꾸지 않으므로 H와 HC의 Hit@5는 같아야 합니다. 대조쌍 두 질문을 모두 맞췄는지도 표시했습니다. 이 작은 합성 결과를 현장 정확도나 Clef의 보편적 우위로 확대하지 않습니다.</a:t>
            </a:r>
          </a:p>
          <a:p xmlns:a="http://schemas.openxmlformats.org/drawingml/2006/main">
            <a:r>
              <a:t/>
            </a:r>
          </a:p>
          <a:p xmlns:a="http://schemas.openxmlformats.org/drawingml/2006/main">
            <a:r>
              <a:t>근거: /Users/mac/Documents/ChatGPT/RAG 구성/outputs/architecture-24h-v3-20261014-125800/summary.csv</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 순위가 바뀌어도 답변 모델이 여러 후보를 읽으면 차이가 작을 수 있습니다. 이를 확인하기 위해 순위 결과를 보기 전에 정한8질문에 H상위3개, Clef후3개, H상위5개를 각각 제공했습니다. 총24답변 흐름이며 보정 호출도 포함했습니다. 표의 사실충족은 원문 셀과 상세, 수치, 명시적 상태 및 필수 조치의 기계 확인 가능한 항목만 검사한 결과입니다. 인식하지 못한 의역은 unknown입니다. 전체 시간에는 검색과 모델 적재·교대, 생성·검사·보정·정리가 포함되며 최종 의미 정확도나 담당자의 업무 완료 시간이 아닙니다.</a:t>
            </a:r>
          </a:p>
          <a:p xmlns:a="http://schemas.openxmlformats.org/drawingml/2006/main">
            <a:r>
              <a:t/>
            </a:r>
          </a:p>
          <a:p xmlns:a="http://schemas.openxmlformats.org/drawingml/2006/main">
            <a:r>
              <a:t>근거: /Users/mac/Documents/ChatGPT/RAG 구성/outputs/architecture-24h-v3-20261014-125800/answer_summary.csv</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정상 답변12개와 한 항목만 바꾼 오류12개에 같은 현재 검사를 적용했습니다. JSON 구조는 유효하게 유지해 파싱 오류만 세지 않았습니다. 상세와 셀, 수치와 날짜, 다른 작업의 조치를 가져오는 경우, 예정이나 미실시를 완료로 바꾸는 경우를 나눴습니다. 검사가 잡은 오류와 놓친 오류, 정상 오거절을 모두 표시합니다. 의도적으로 주입한 오류이며 모델이 실제로 낸 오류12건이 아닙니다. 의미 오류가 통과한 경우도 숨기지 않고 이 검사의 보호 범위로 한정합니다.</a:t>
            </a:r>
          </a:p>
          <a:p xmlns:a="http://schemas.openxmlformats.org/drawingml/2006/main">
            <a:r>
              <a:t/>
            </a:r>
          </a:p>
          <a:p xmlns:a="http://schemas.openxmlformats.org/drawingml/2006/main">
            <a:r>
              <a:t>근거: /Users/mac/Documents/ChatGPT/RAG 구성/outputs/architecture-24h-v3-20261014-125800/B_summary.csv</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누적28열과 CSList128열, 냉각·진공·반송의 여섯 합성 입력을 같은 공통 코드로 처리했습니다. 양식마다 행과 작업의 구조가 다르므로 ID문자열이나 행수 자체를 억지로 같게 만들지 않았습니다. 원문과 자료형, 상세와 작업20개를 작성기 쪽의 예상값과 저장된 값으로 대조했습니다. 정확 조회와 현상 검색 경로를 확인했고 임베딩 호출이 실제로 있었는지도 분리했습니다. 이는 이미 지원하는 양식의 재사용 기술 확인이며 임의 Excel지원이나 실제 타팀 도입 성과는 아닙니다.</a:t>
            </a:r>
          </a:p>
          <a:p xmlns:a="http://schemas.openxmlformats.org/drawingml/2006/main">
            <a:r>
              <a:t/>
            </a:r>
          </a:p>
          <a:p xmlns:a="http://schemas.openxmlformats.org/drawingml/2006/main">
            <a:r>
              <a:t>근거: /Users/mac/Documents/ChatGPT/RAG 구성/outputs/architecture-24h-v3-20261014-125800/C_reuse.jsonl; /Users/mac/Documents/ChatGPT/RAG 구성/outputs/architecture-24h-v3-20261014-125800/C_reuse_gpu.jsonl</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반복 운영은 매번 새 DB를 만드는 대신 같은 일관된 사본에서 이어갔습니다. 동일 자료 재등록, 새 자료 추가, 기존 CS의 다른 내용 보존, 등록 프로세스 중단 뒤 복구를 수행했습니다. 실제로 중단한 것은 평가기가 만든 프로세스뿐입니다. 저장된 원문 사본은 뒤의 등록 후에도 유지되는지 확인했습니다. 이 결과로 무중단 서비스나 정확히 한번 모델 호출, 준비 비용 절감을 주장하지 않습니다. 실시간 모델 재호출 절감과 Windows DRM은 이번 근거에 포함되지 않습니다.</a:t>
            </a:r>
          </a:p>
          <a:p xmlns:a="http://schemas.openxmlformats.org/drawingml/2006/main">
            <a:r>
              <a:t/>
            </a:r>
          </a:p>
          <a:p xmlns:a="http://schemas.openxmlformats.org/drawingml/2006/main">
            <a:r>
              <a:t>근거: /Users/mac/Documents/ChatGPT/RAG 구성/outputs/architecture-24h-v3-20261014-125800/C_repeat.jsonl; /Users/mac/Documents/ChatGPT/RAG 구성/outputs/architecture-24h-v3-20261014-125800/C-repeat-result.json</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확인한 결과와 아직 확인하지 않은 결과를 구분했습니다. AI 적합성은 비AI 정확 조회와 의미 검색, 같은 후보 선택의 기여로 설명합니다. 확산성은 지원 양식과 자료 보존, 반복 복구의 기술 증거입니다. 효과는 기계가 확인할 수 있는 사실과 실제 시간·호출 비용입니다. 적용 독창성은 우리 업무의 상세·작업·셀·갱신 문제에 맞춘 결합입니다. 담당자 업무시간, 금액 절감, 실제 타팀 도입, 양산 문제 해결이나 원천 모델 발명은 이번 시험으로 입증하지 않았습니다.</a:t>
            </a:r>
          </a:p>
          <a:p xmlns:a="http://schemas.openxmlformats.org/drawingml/2006/main">
            <a:r>
              <a:t/>
            </a:r>
          </a:p>
          <a:p xmlns:a="http://schemas.openxmlformats.org/drawingml/2006/main">
            <a:r>
              <a:t>근거: /Users/mac/Documents/ChatGPT/RAG 구성/outputs/architecture-24h-v3-20261014-125800/claims_matrix.md</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 확인하려 한 것은 모델 하나의 브랜드보다 근거를 다루는 단계의 역할입니다. 상세와 원문을 보존하고, 후보 누락과 선택 오류, 답변 오류와 검사 누락을 구분했습니다. 선택 모델이 추가하는 비용도 함께 기록했습니다. 다음 실제 적용 판단에는 승인된 업무 자료와 Windows DRM, GPTOSS120B환경, 자료 권한과 현장 품질 확인이 별도로 필요합니다. 이번 결과를 운영 기본값으로 자동 채택하지 않았습니다.</a:t>
            </a:r>
          </a:p>
          <a:p xmlns:a="http://schemas.openxmlformats.org/drawingml/2006/main">
            <a:r>
              <a:t/>
            </a:r>
          </a:p>
          <a:p xmlns:a="http://schemas.openxmlformats.org/drawingml/2006/main">
            <a:r>
              <a:t>근거: /Users/mac/Documents/ChatGPT/RAG 구성/outputs/architecture-24h-v3-20261014-125800/report.md; /Users/mac/Documents/ChatGPT/RAG 구성/outputs/architecture-24h-v3-20261014-125800/verification.json</a:t>
            </a:r>
          </a:p>
          <a:p xmlns:a="http://schemas.openxmlformats.org/drawingml/2006/main">
            <a:r>
              <a:t>데이터는 합성/실버 라벨이며 사람·현장·Windows 성과가 아닙니다. 기준 2026-10-14 14:25 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c51ba8168c43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241fa72ccc47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e3e340b3a046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cd7eb8d98a41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e41be820db4a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264837bce042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172A3B-5EDE-4E8E-A9CD-34AE778DFF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4BD604-5A78-4DFD-886D-28EAEF8262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FF116E4-6A65-41DD-97BE-D760E533C1E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8FCFCF-2DCC-4B14-B08D-9B7F071EC8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D3E841-0F86-4072-84F8-3DECCC59DD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C0FC48-55EA-496B-8DEE-AE2B18BC6A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EE078F-36B9-47F0-A16C-76B9A73111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FA0834-40A7-4F3E-A397-E49FFAC77B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E59ABB-3CF7-44A9-9C8A-2C3438B436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CC5D6F-FC35-41EB-B00F-654EB9B171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c83b0ca44d4763" /><Relationship Type="http://schemas.openxmlformats.org/officeDocument/2006/relationships/slideLayout" Target="/ppt/slideLayouts/slideLayout1.xml" Id="Rc95e57c3962f4240" /><Relationship Type="http://schemas.openxmlformats.org/officeDocument/2006/relationships/slideLayout" Target="/ppt/slideLayouts/slideLayout2.xml" Id="Ra93885c0d5744c77" /><Relationship Type="http://schemas.openxmlformats.org/officeDocument/2006/relationships/slideLayout" Target="/ppt/slideLayouts/slideLayout3.xml" Id="Rb87c9ff880cc4dbc" /><Relationship Type="http://schemas.openxmlformats.org/officeDocument/2006/relationships/slideLayout" Target="/ppt/slideLayouts/slideLayout4.xml" Id="Rd678228512f44c23" /><Relationship Type="http://schemas.openxmlformats.org/officeDocument/2006/relationships/slideLayout" Target="/ppt/slideLayouts/slideLayout5.xml" Id="Rc8228c0ea20d4239" /><Relationship Type="http://schemas.openxmlformats.org/officeDocument/2006/relationships/slideLayout" Target="/ppt/slideLayouts/slideLayout6.xml" Id="Rb0342b5ea70740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5e57c3962f4240"/>
    <p:sldLayoutId xmlns:r="http://schemas.openxmlformats.org/officeDocument/2006/relationships" id="2147483650" r:id="Ra93885c0d5744c77"/>
    <p:sldLayoutId xmlns:r="http://schemas.openxmlformats.org/officeDocument/2006/relationships" id="2147483651" r:id="Rb87c9ff880cc4dbc"/>
    <p:sldLayoutId xmlns:r="http://schemas.openxmlformats.org/officeDocument/2006/relationships" id="2147483652" r:id="Rd678228512f44c23"/>
    <p:sldLayoutId xmlns:r="http://schemas.openxmlformats.org/officeDocument/2006/relationships" id="2147483653" r:id="Rc8228c0ea20d4239"/>
    <p:sldLayoutId xmlns:r="http://schemas.openxmlformats.org/officeDocument/2006/relationships" id="2147483654" r:id="Rb0342b5ea70740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b43a4cf2db4cc4" /><Relationship Type="http://schemas.openxmlformats.org/officeDocument/2006/relationships/notesSlide" Target="/ppt/notesSlides/notesSlide1.xml" Id="R4344171dcc1942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fbbe113d944be7" /><Relationship Type="http://schemas.openxmlformats.org/officeDocument/2006/relationships/notesSlide" Target="/ppt/notesSlides/notesSlide2.xml" Id="Re740e3e5477545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afe21a56144cd0" /><Relationship Type="http://schemas.openxmlformats.org/officeDocument/2006/relationships/notesSlide" Target="/ppt/notesSlides/notesSlide3.xml" Id="Rdcc9eeb8ad6f4a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5c3f12d31141a4" /><Relationship Type="http://schemas.openxmlformats.org/officeDocument/2006/relationships/notesSlide" Target="/ppt/notesSlides/notesSlide4.xml" Id="R6c9726b6a9f94e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a14929aa7a43ae" /><Relationship Type="http://schemas.openxmlformats.org/officeDocument/2006/relationships/notesSlide" Target="/ppt/notesSlides/notesSlide5.xml" Id="Ra7cfaada434347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3364eec90d44f4b" /><Relationship Type="http://schemas.openxmlformats.org/officeDocument/2006/relationships/notesSlide" Target="/ppt/notesSlides/notesSlide6.xml" Id="R7384546ed9394f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3a335718f74ed2" /><Relationship Type="http://schemas.openxmlformats.org/officeDocument/2006/relationships/notesSlide" Target="/ppt/notesSlides/notesSlide7.xml" Id="R4686d65f98604b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14675c0a22495d" /><Relationship Type="http://schemas.openxmlformats.org/officeDocument/2006/relationships/notesSlide" Target="/ppt/notesSlides/notesSlide8.xml" Id="R4dcdb50c4a6744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de8635fe5b445d2" /><Relationship Type="http://schemas.openxmlformats.org/officeDocument/2006/relationships/notesSlide" Target="/ppt/notesSlides/notesSlide9.xml" Id="R26d0a404700a43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775b07af95f466e" /><Relationship Type="http://schemas.openxmlformats.org/officeDocument/2006/relationships/notesSlide" Target="/ppt/notesSlides/notesSlide10.xml" Id="Rf2b72ba2f2aa40d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086B1C-2502-4AB7-90F4-DA8EAA027B12}"/>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조건에</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맞는</a:t>
            </a:r>
            <a:r>
              <a:rPr sz="3000" b="1">
                <a:solidFill>
                  <a:srgbClr val="17212B"/>
                </a:solidFill>
                <a:latin typeface="Times New Roman"/>
                <a:ea typeface="Times New Roman"/>
                <a:cs typeface="Times New Roman"/>
              </a:rPr>
              <a:t> CS </a:t>
            </a:r>
            <a:r>
              <a:rPr sz="3000" b="1">
                <a:solidFill>
                  <a:srgbClr val="17212B"/>
                </a:solidFill>
                <a:latin typeface="Malgun Gothic"/>
                <a:ea typeface="Malgun Gothic"/>
                <a:cs typeface="Malgun Gothic"/>
              </a:rPr>
              <a:t>근거를</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찾는</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구조</a:t>
            </a:r>
          </a:p>
        </p:txBody>
      </p:sp>
      <p:sp>
        <p:nvSpPr>
          <p:cNvPr id="2" name="">
            <a:extLst xmlns:a="http://schemas.openxmlformats.org/drawingml/2006/main">
              <a:ext uri="{FF2B5EF4-FFF2-40B4-BE49-F238E27FC236}">
                <a16:creationId xmlns:a16="http://schemas.microsoft.com/office/drawing/2014/main" id="{302217DD-0C2A-4C21-BB6A-863CFC488201}"/>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report.md · 1</a:t>
            </a:r>
          </a:p>
        </p:txBody>
      </p:sp>
      <p:sp>
        <p:nvSpPr>
          <p:cNvPr id="3" name="">
            <a:extLst xmlns:a="http://schemas.openxmlformats.org/drawingml/2006/main">
              <a:ext uri="{FF2B5EF4-FFF2-40B4-BE49-F238E27FC236}">
                <a16:creationId xmlns:a16="http://schemas.microsoft.com/office/drawing/2014/main" id="{77D173B1-FEFD-467F-9B06-3376016F67B3}"/>
              </a:ext>
            </a:extLst>
          </p:cNvPr>
          <p:cNvSpPr>
            <a:spLocks xmlns:a="http://schemas.openxmlformats.org/drawingml/2006/main" noGrp="1"/>
          </p:cNvSpPr>
          <p:nvPr/>
        </p:nvSpPr>
        <p:spPr>
          <a:xfrm xmlns:a="http://schemas.openxmlformats.org/drawingml/2006/main">
            <a:off x="609600" y="195262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0969DA"/>
                </a:solidFill>
              </a:defRPr>
            </a:defPPr>
          </a:lstStyle>
          <a:p xmlns:a="http://schemas.openxmlformats.org/drawingml/2006/main">
            <a:pPr>
              <a:defRPr sz="3300" b="1">
                <a:solidFill>
                  <a:srgbClr val="0969DA"/>
                </a:solidFill>
              </a:defRPr>
            </a:pPr>
            <a:r>
              <a:rPr sz="3300" b="1">
                <a:solidFill>
                  <a:srgbClr val="0969DA"/>
                </a:solidFill>
                <a:latin typeface="Malgun Gothic"/>
                <a:ea typeface="Malgun Gothic"/>
                <a:cs typeface="Malgun Gothic"/>
              </a:rPr>
              <a:t>상세</a:t>
            </a:r>
            <a:r>
              <a:rPr sz="3300" b="1">
                <a:solidFill>
                  <a:srgbClr val="0969DA"/>
                </a:solidFill>
                <a:latin typeface="Times New Roman"/>
                <a:ea typeface="Times New Roman"/>
                <a:cs typeface="Times New Roman"/>
              </a:rPr>
              <a:t>·</a:t>
            </a:r>
            <a:r>
              <a:rPr sz="3300" b="1">
                <a:solidFill>
                  <a:srgbClr val="0969DA"/>
                </a:solidFill>
                <a:latin typeface="Malgun Gothic"/>
                <a:ea typeface="Malgun Gothic"/>
                <a:cs typeface="Malgun Gothic"/>
              </a:rPr>
              <a:t>작업</a:t>
            </a:r>
            <a:r>
              <a:rPr sz="3300" b="1">
                <a:solidFill>
                  <a:srgbClr val="0969DA"/>
                </a:solidFill>
                <a:latin typeface="Times New Roman"/>
                <a:ea typeface="Times New Roman"/>
                <a:cs typeface="Times New Roman"/>
              </a:rPr>
              <a:t>·</a:t>
            </a:r>
            <a:r>
              <a:rPr sz="3300" b="1">
                <a:solidFill>
                  <a:srgbClr val="0969DA"/>
                </a:solidFill>
                <a:latin typeface="Malgun Gothic"/>
                <a:ea typeface="Malgun Gothic"/>
                <a:cs typeface="Malgun Gothic"/>
              </a:rPr>
              <a:t>원문을</a:t>
            </a:r>
            <a:r>
              <a:rPr sz="3300" b="1">
                <a:solidFill>
                  <a:srgbClr val="0969DA"/>
                </a:solidFill>
                <a:latin typeface="Times New Roman"/>
                <a:ea typeface="Times New Roman"/>
                <a:cs typeface="Times New Roman"/>
              </a:rPr>
              <a:t> </a:t>
            </a:r>
            <a:r>
              <a:rPr sz="3300" b="1">
                <a:solidFill>
                  <a:srgbClr val="0969DA"/>
                </a:solidFill>
                <a:latin typeface="Malgun Gothic"/>
                <a:ea typeface="Malgun Gothic"/>
                <a:cs typeface="Malgun Gothic"/>
              </a:rPr>
              <a:t>보존하는</a:t>
            </a:r>
            <a:r>
              <a:rPr sz="3300" b="1">
                <a:solidFill>
                  <a:srgbClr val="0969DA"/>
                </a:solidFill>
                <a:latin typeface="Times New Roman"/>
                <a:ea typeface="Times New Roman"/>
                <a:cs typeface="Times New Roman"/>
              </a:rPr>
              <a:t> </a:t>
            </a:r>
            <a:r>
              <a:rPr sz="3300" b="1">
                <a:solidFill>
                  <a:srgbClr val="0969DA"/>
                </a:solidFill>
                <a:latin typeface="Malgun Gothic"/>
                <a:ea typeface="Malgun Gothic"/>
                <a:cs typeface="Malgun Gothic"/>
              </a:rPr>
              <a:t>검색</a:t>
            </a:r>
            <a:r>
              <a:rPr sz="3300" b="1">
                <a:solidFill>
                  <a:srgbClr val="0969DA"/>
                </a:solidFill>
                <a:latin typeface="Times New Roman"/>
                <a:ea typeface="Times New Roman"/>
                <a:cs typeface="Times New Roman"/>
              </a:rPr>
              <a:t> </a:t>
            </a:r>
            <a:r>
              <a:rPr sz="3300" b="1">
                <a:solidFill>
                  <a:srgbClr val="0969DA"/>
                </a:solidFill>
                <a:latin typeface="Malgun Gothic"/>
                <a:ea typeface="Malgun Gothic"/>
                <a:cs typeface="Malgun Gothic"/>
              </a:rPr>
              <a:t>서비스</a:t>
            </a:r>
          </a:p>
        </p:txBody>
      </p:sp>
      <p:sp>
        <p:nvSpPr>
          <p:cNvPr id="4" name="">
            <a:extLst xmlns:a="http://schemas.openxmlformats.org/drawingml/2006/main">
              <a:ext uri="{FF2B5EF4-FFF2-40B4-BE49-F238E27FC236}">
                <a16:creationId xmlns:a16="http://schemas.microsoft.com/office/drawing/2014/main" id="{5E05F705-D415-4007-B445-7BE8326AAA12}"/>
              </a:ext>
            </a:extLst>
          </p:cNvPr>
          <p:cNvSpPr>
            <a:spLocks xmlns:a="http://schemas.openxmlformats.org/drawingml/2006/main" noGrp="1"/>
          </p:cNvSpPr>
          <p:nvPr/>
        </p:nvSpPr>
        <p:spPr>
          <a:xfrm xmlns:a="http://schemas.openxmlformats.org/drawingml/2006/main">
            <a:off x="609600" y="3476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17212B"/>
                </a:solidFill>
              </a:defRPr>
            </a:defPPr>
          </a:lstStyle>
          <a:p xmlns:a="http://schemas.openxmlformats.org/drawingml/2006/main">
            <a:pPr>
              <a:defRPr sz="2400" b="0">
                <a:solidFill>
                  <a:srgbClr val="17212B"/>
                </a:solidFill>
              </a:defRPr>
            </a:pPr>
            <a:r>
              <a:rPr sz="2400" b="0">
                <a:solidFill>
                  <a:srgbClr val="17212B"/>
                </a:solidFill>
                <a:latin typeface="Malgun Gothic"/>
                <a:ea typeface="Malgun Gothic"/>
                <a:cs typeface="Malgun Gothic"/>
              </a:rPr>
              <a:t>찾기</a:t>
            </a:r>
            <a:r>
              <a:rPr sz="2400" b="0">
                <a:solidFill>
                  <a:srgbClr val="17212B"/>
                </a:solidFill>
                <a:latin typeface="Times New Roman"/>
                <a:ea typeface="Times New Roman"/>
                <a:cs typeface="Times New Roman"/>
              </a:rPr>
              <a:t> → </a:t>
            </a:r>
            <a:r>
              <a:rPr sz="2400" b="0">
                <a:solidFill>
                  <a:srgbClr val="17212B"/>
                </a:solidFill>
                <a:latin typeface="Malgun Gothic"/>
                <a:ea typeface="Malgun Gothic"/>
                <a:cs typeface="Malgun Gothic"/>
              </a:rPr>
              <a:t>선택</a:t>
            </a:r>
            <a:r>
              <a:rPr sz="2400" b="0">
                <a:solidFill>
                  <a:srgbClr val="17212B"/>
                </a:solidFill>
                <a:latin typeface="Times New Roman"/>
                <a:ea typeface="Times New Roman"/>
                <a:cs typeface="Times New Roman"/>
              </a:rPr>
              <a:t> → </a:t>
            </a:r>
            <a:r>
              <a:rPr sz="2400" b="0">
                <a:solidFill>
                  <a:srgbClr val="17212B"/>
                </a:solidFill>
                <a:latin typeface="Malgun Gothic"/>
                <a:ea typeface="Malgun Gothic"/>
                <a:cs typeface="Malgun Gothic"/>
              </a:rPr>
              <a:t>작성</a:t>
            </a:r>
            <a:r>
              <a:rPr sz="2400" b="0">
                <a:solidFill>
                  <a:srgbClr val="17212B"/>
                </a:solidFill>
                <a:latin typeface="Times New Roman"/>
                <a:ea typeface="Times New Roman"/>
                <a:cs typeface="Times New Roman"/>
              </a:rPr>
              <a:t> → </a:t>
            </a:r>
            <a:r>
              <a:rPr sz="2400" b="0">
                <a:solidFill>
                  <a:srgbClr val="17212B"/>
                </a:solidFill>
                <a:latin typeface="Malgun Gothic"/>
                <a:ea typeface="Malgun Gothic"/>
                <a:cs typeface="Malgun Gothic"/>
              </a:rPr>
              <a:t>원문</a:t>
            </a:r>
            <a:r>
              <a:rPr sz="2400" b="0">
                <a:solidFill>
                  <a:srgbClr val="17212B"/>
                </a:solidFill>
                <a:latin typeface="Times New Roman"/>
                <a:ea typeface="Times New Roman"/>
                <a:cs typeface="Times New Roman"/>
              </a:rPr>
              <a:t> </a:t>
            </a:r>
            <a:r>
              <a:rPr sz="2400" b="0">
                <a:solidFill>
                  <a:srgbClr val="17212B"/>
                </a:solidFill>
                <a:latin typeface="Malgun Gothic"/>
                <a:ea typeface="Malgun Gothic"/>
                <a:cs typeface="Malgun Gothic"/>
              </a:rPr>
              <a:t>확인</a:t>
            </a:r>
            <a:r>
              <a:rPr sz="2400" b="0">
                <a:solidFill>
                  <a:srgbClr val="17212B"/>
                </a:solidFill>
                <a:latin typeface="Times New Roman"/>
                <a:ea typeface="Times New Roman"/>
                <a:cs typeface="Times New Roman"/>
              </a:rPr>
              <a:t> → </a:t>
            </a:r>
            <a:r>
              <a:rPr sz="2400" b="0">
                <a:solidFill>
                  <a:srgbClr val="17212B"/>
                </a:solidFill>
                <a:latin typeface="Malgun Gothic"/>
                <a:ea typeface="Malgun Gothic"/>
                <a:cs typeface="Malgun Gothic"/>
              </a:rPr>
              <a:t>반복</a:t>
            </a:r>
            <a:r>
              <a:rPr sz="2400" b="0">
                <a:solidFill>
                  <a:srgbClr val="17212B"/>
                </a:solidFill>
                <a:latin typeface="Times New Roman"/>
                <a:ea typeface="Times New Roman"/>
                <a:cs typeface="Times New Roman"/>
              </a:rPr>
              <a:t> </a:t>
            </a:r>
            <a:r>
              <a:rPr sz="2400" b="0">
                <a:solidFill>
                  <a:srgbClr val="17212B"/>
                </a:solidFill>
                <a:latin typeface="Malgun Gothic"/>
                <a:ea typeface="Malgun Gothic"/>
                <a:cs typeface="Malgun Gothic"/>
              </a:rPr>
              <a:t>운영</a:t>
            </a:r>
          </a:p>
        </p:txBody>
      </p:sp>
      <p:sp>
        <p:nvSpPr>
          <p:cNvPr id="5" name="">
            <a:extLst xmlns:a="http://schemas.openxmlformats.org/drawingml/2006/main">
              <a:ext uri="{FF2B5EF4-FFF2-40B4-BE49-F238E27FC236}">
                <a16:creationId xmlns:a16="http://schemas.microsoft.com/office/drawing/2014/main" id="{2B9CC8BD-28B7-4B5C-AE6C-8B41BCA3AEBF}"/>
              </a:ext>
            </a:extLst>
          </p:cNvPr>
          <p:cNvSpPr>
            <a:spLocks xmlns:a="http://schemas.openxmlformats.org/drawingml/2006/main" noGrp="1"/>
          </p:cNvSpPr>
          <p:nvPr/>
        </p:nvSpPr>
        <p:spPr>
          <a:xfrm xmlns:a="http://schemas.openxmlformats.org/drawingml/2006/main">
            <a:off x="609600" y="4953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26171"/>
                </a:solidFill>
              </a:defRPr>
            </a:defPPr>
          </a:lstStyle>
          <a:p xmlns:a="http://schemas.openxmlformats.org/drawingml/2006/main">
            <a:pPr>
              <a:defRPr sz="1950" b="0">
                <a:solidFill>
                  <a:srgbClr val="526171"/>
                </a:solidFill>
              </a:defRPr>
            </a:pPr>
            <a:r>
              <a:rPr sz="1950" b="0">
                <a:solidFill>
                  <a:srgbClr val="526171"/>
                </a:solidFill>
                <a:latin typeface="Malgun Gothic"/>
                <a:ea typeface="Malgun Gothic"/>
                <a:cs typeface="Malgun Gothic"/>
              </a:rPr>
              <a:t>적합성</a:t>
            </a:r>
            <a:r>
              <a:rPr sz="1950" b="0">
                <a:solidFill>
                  <a:srgbClr val="526171"/>
                </a:solidFill>
                <a:latin typeface="Times New Roman"/>
                <a:ea typeface="Times New Roman"/>
                <a:cs typeface="Times New Roman"/>
              </a:rPr>
              <a:t>30 · </a:t>
            </a:r>
            <a:r>
              <a:rPr sz="1950" b="0">
                <a:solidFill>
                  <a:srgbClr val="526171"/>
                </a:solidFill>
                <a:latin typeface="Malgun Gothic"/>
                <a:ea typeface="Malgun Gothic"/>
                <a:cs typeface="Malgun Gothic"/>
              </a:rPr>
              <a:t>확산성</a:t>
            </a:r>
            <a:r>
              <a:rPr sz="1950" b="0">
                <a:solidFill>
                  <a:srgbClr val="526171"/>
                </a:solidFill>
                <a:latin typeface="Times New Roman"/>
                <a:ea typeface="Times New Roman"/>
                <a:cs typeface="Times New Roman"/>
              </a:rPr>
              <a:t>40 · </a:t>
            </a:r>
            <a:r>
              <a:rPr sz="1950" b="0">
                <a:solidFill>
                  <a:srgbClr val="526171"/>
                </a:solidFill>
                <a:latin typeface="Malgun Gothic"/>
                <a:ea typeface="Malgun Gothic"/>
                <a:cs typeface="Malgun Gothic"/>
              </a:rPr>
              <a:t>효과</a:t>
            </a:r>
            <a:r>
              <a:rPr sz="1950" b="0">
                <a:solidFill>
                  <a:srgbClr val="526171"/>
                </a:solidFill>
                <a:latin typeface="Times New Roman"/>
                <a:ea typeface="Times New Roman"/>
                <a:cs typeface="Times New Roman"/>
              </a:rPr>
              <a:t>20 · </a:t>
            </a:r>
            <a:r>
              <a:rPr sz="1950" b="0">
                <a:solidFill>
                  <a:srgbClr val="526171"/>
                </a:solidFill>
                <a:latin typeface="Malgun Gothic"/>
                <a:ea typeface="Malgun Gothic"/>
                <a:cs typeface="Malgun Gothic"/>
              </a:rPr>
              <a:t>적용</a:t>
            </a:r>
            <a:r>
              <a:rPr sz="1950" b="0">
                <a:solidFill>
                  <a:srgbClr val="526171"/>
                </a:solidFill>
                <a:latin typeface="Times New Roman"/>
                <a:ea typeface="Times New Roman"/>
                <a:cs typeface="Times New Roman"/>
              </a:rPr>
              <a:t> </a:t>
            </a:r>
            <a:r>
              <a:rPr sz="1950" b="0">
                <a:solidFill>
                  <a:srgbClr val="526171"/>
                </a:solidFill>
                <a:latin typeface="Malgun Gothic"/>
                <a:ea typeface="Malgun Gothic"/>
                <a:cs typeface="Malgun Gothic"/>
              </a:rPr>
              <a:t>독창성</a:t>
            </a:r>
            <a:r>
              <a:rPr sz="1950" b="0">
                <a:solidFill>
                  <a:srgbClr val="526171"/>
                </a:solidFill>
                <a:latin typeface="Times New Roman"/>
                <a:ea typeface="Times New Roman"/>
                <a:cs typeface="Times New Roman"/>
              </a:rPr>
              <a:t>10</a:t>
            </a:r>
            <a:br>
              <a:rPr sz="1950" b="0">
                <a:solidFill>
                  <a:srgbClr val="526171"/>
                </a:solidFill>
                <a:latin typeface="Times New Roman"/>
                <a:ea typeface="Times New Roman"/>
                <a:cs typeface="Times New Roman"/>
              </a:rPr>
            </a:br>
            <a:r>
              <a:rPr sz="1950" b="0">
                <a:solidFill>
                  <a:srgbClr val="526171"/>
                </a:solidFill>
                <a:latin typeface="Times New Roman"/>
                <a:ea typeface="Times New Roman"/>
                <a:cs typeface="Times New Roman"/>
              </a:rPr>
              <a:t>2026-10-14 14:25 KST · </a:t>
            </a:r>
            <a:r>
              <a:rPr sz="1950" b="0">
                <a:solidFill>
                  <a:srgbClr val="526171"/>
                </a:solidFill>
                <a:latin typeface="Malgun Gothic"/>
                <a:ea typeface="Malgun Gothic"/>
                <a:cs typeface="Malgun Gothic"/>
              </a:rPr>
              <a:t>실제</a:t>
            </a:r>
            <a:r>
              <a:rPr sz="1950" b="0">
                <a:solidFill>
                  <a:srgbClr val="526171"/>
                </a:solidFill>
                <a:latin typeface="Times New Roman"/>
                <a:ea typeface="Times New Roman"/>
                <a:cs typeface="Times New Roman"/>
              </a:rPr>
              <a:t> </a:t>
            </a:r>
            <a:r>
              <a:rPr sz="1950" b="0">
                <a:solidFill>
                  <a:srgbClr val="526171"/>
                </a:solidFill>
                <a:latin typeface="Malgun Gothic"/>
                <a:ea typeface="Malgun Gothic"/>
                <a:cs typeface="Malgun Gothic"/>
              </a:rPr>
              <a:t>로컬</a:t>
            </a:r>
            <a:r>
              <a:rPr sz="1950" b="0">
                <a:solidFill>
                  <a:srgbClr val="526171"/>
                </a:solidFill>
                <a:latin typeface="Times New Roman"/>
                <a:ea typeface="Times New Roman"/>
                <a:cs typeface="Times New Roman"/>
              </a:rPr>
              <a:t> GPU · </a:t>
            </a:r>
            <a:r>
              <a:rPr sz="1950" b="0">
                <a:solidFill>
                  <a:srgbClr val="526171"/>
                </a:solidFill>
                <a:latin typeface="Malgun Gothic"/>
                <a:ea typeface="Malgun Gothic"/>
                <a:cs typeface="Malgun Gothic"/>
              </a:rPr>
              <a:t>창작</a:t>
            </a:r>
            <a:r>
              <a:rPr sz="1950" b="0">
                <a:solidFill>
                  <a:srgbClr val="526171"/>
                </a:solidFill>
                <a:latin typeface="Times New Roman"/>
                <a:ea typeface="Times New Roman"/>
                <a:cs typeface="Times New Roman"/>
              </a:rPr>
              <a:t> </a:t>
            </a:r>
            <a:r>
              <a:rPr sz="1950" b="0">
                <a:solidFill>
                  <a:srgbClr val="526171"/>
                </a:solidFill>
                <a:latin typeface="Malgun Gothic"/>
                <a:ea typeface="Malgun Gothic"/>
                <a:cs typeface="Malgun Gothic"/>
              </a:rPr>
              <a:t>합성</a:t>
            </a:r>
            <a:r>
              <a:rPr sz="1950" b="0">
                <a:solidFill>
                  <a:srgbClr val="526171"/>
                </a:solidFill>
                <a:latin typeface="Times New Roman"/>
                <a:ea typeface="Times New Roman"/>
                <a:cs typeface="Times New Roman"/>
              </a:rPr>
              <a:t> </a:t>
            </a:r>
            <a:r>
              <a:rPr sz="1950" b="0">
                <a:solidFill>
                  <a:srgbClr val="526171"/>
                </a:solidFill>
                <a:latin typeface="Malgun Gothic"/>
                <a:ea typeface="Malgun Gothic"/>
                <a:cs typeface="Malgun Gothic"/>
              </a:rPr>
              <a:t>진단</a:t>
            </a:r>
          </a:p>
        </p:txBody>
      </p:sp>
    </p:spTree>
    <p:extLst>
      <p:ext uri="{BB962C8B-B14F-4D97-AF65-F5344CB8AC3E}">
        <p14:creationId xmlns:p14="http://schemas.microsoft.com/office/powerpoint/2010/main" val="21291619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E2D415-3597-447F-927B-D32115761D5C}"/>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같은</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고온</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기록도</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유량</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조건은</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다릅니다</a:t>
            </a:r>
          </a:p>
        </p:txBody>
      </p:sp>
      <p:sp>
        <p:nvSpPr>
          <p:cNvPr id="2" name="">
            <a:extLst xmlns:a="http://schemas.openxmlformats.org/drawingml/2006/main">
              <a:ext uri="{FF2B5EF4-FFF2-40B4-BE49-F238E27FC236}">
                <a16:creationId xmlns:a16="http://schemas.microsoft.com/office/drawing/2014/main" id="{AB689FE0-A961-46F2-8856-81ED74EEF20F}"/>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A-corpus.jsonl · 2</a:t>
            </a:r>
          </a:p>
        </p:txBody>
      </p:sp>
      <p:graphicFrame>
        <p:nvGraphicFramePr>
          <p:cNvPr id="3" name="">
            <a:extLst xmlns:a="http://schemas.openxmlformats.org/drawingml/2006/main">
              <a:ext uri="{FF2B5EF4-FFF2-40B4-BE49-F238E27FC236}">
                <a16:creationId xmlns:a16="http://schemas.microsoft.com/office/drawing/2014/main" id="{79EEAECC-5453-41F8-9A61-B74BC658AEA0}"/>
              </a:ext>
            </a:extLst>
          </p:cNvPr>
          <p:cNvGraphicFramePr/>
          <p:nvPr/>
        </p:nvGraphicFramePr>
        <p:xfrm>
          <a:off xmlns:a="http://schemas.openxmlformats.org/drawingml/2006/main" x="609600" y="1857375"/>
          <a:ext xmlns:a="http://schemas.openxmlformats.org/drawingml/2006/main" cx="10972800" cy="2762250"/>
        </p:xfrm>
        <a:graphic xmlns:a="http://schemas.openxmlformats.org/drawingml/2006/main">
          <a:graphicData uri="http://schemas.openxmlformats.org/drawingml/2006/table">
            <a:tbl>
              <a:tblPr/>
              <a:tblGrid>
                <a:gridCol w="1619250"/>
                <a:gridCol w="5810250"/>
                <a:gridCol w="3543300"/>
              </a:tblGrid>
              <a:tr h="920750">
                <a:tc>
                  <a:txBody>
                    <a:bodyPr/>
                    <a:lstStyle/>
                    <a:p>
                      <a:r>
                        <a:rPr sz="2025" b="1">
                          <a:solidFill>
                            <a:srgbClr val="FFFFFF"/>
                          </a:solidFill>
                          <a:latin typeface="Malgun Gothic"/>
                          <a:ea typeface="Malgun Gothic"/>
                          <a:cs typeface="Malgun Gothic"/>
                        </a:rPr>
                        <a:t>구분</a:t>
                      </a:r>
                    </a:p>
                  </a:txBody>
                  <a:tcPr marL="91440" marR="91440" marT="45720" marB="45720" anchor="ctr">
                    <a:lnL w="9525">
                      <a:solidFill>
                        <a:srgbClr val="D8E0E8"/>
                      </a:solidFill>
                      <a:prstDash val="solid"/>
                    </a:lnL>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2025" b="1">
                          <a:solidFill>
                            <a:srgbClr val="FFFFFF"/>
                          </a:solidFill>
                          <a:latin typeface="Malgun Gothic"/>
                          <a:ea typeface="Malgun Gothic"/>
                          <a:cs typeface="Malgun Gothic"/>
                        </a:rPr>
                        <a:t>현상</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원문</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2025" b="1">
                          <a:solidFill>
                            <a:srgbClr val="FFFFFF"/>
                          </a:solidFill>
                          <a:latin typeface="Malgun Gothic"/>
                          <a:ea typeface="Malgun Gothic"/>
                          <a:cs typeface="Malgun Gothic"/>
                        </a:rPr>
                        <a:t>조치</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원문</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r>
              <a:tr h="920750">
                <a:tc>
                  <a:txBody>
                    <a:bodyPr/>
                    <a:lstStyle/>
                    <a:p>
                      <a:r>
                        <a:rPr sz="2025" b="0">
                          <a:solidFill>
                            <a:srgbClr val="17212B"/>
                          </a:solidFill>
                          <a:latin typeface="Malgun Gothic"/>
                          <a:ea typeface="Malgun Gothic"/>
                          <a:cs typeface="Malgun Gothic"/>
                        </a:rPr>
                        <a:t>합성</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상세</a:t>
                      </a:r>
                      <a:r>
                        <a:rPr sz="2025" b="0">
                          <a:solidFill>
                            <a:srgbClr val="17212B"/>
                          </a:solidFill>
                          <a:latin typeface="Times New Roman"/>
                          <a:ea typeface="Times New Roman"/>
                          <a:cs typeface="Times New Roman"/>
                        </a:rPr>
                        <a:t>1</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2025" b="0">
                          <a:solidFill>
                            <a:srgbClr val="17212B"/>
                          </a:solidFill>
                          <a:latin typeface="Malgun Gothic"/>
                          <a:ea typeface="Malgun Gothic"/>
                          <a:cs typeface="Malgun Gothic"/>
                        </a:rPr>
                        <a:t>실제</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유량이</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낮고</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환수</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온도가</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높았다</a:t>
                      </a:r>
                      <a:r>
                        <a:rPr sz="2025" b="0">
                          <a:solidFill>
                            <a:srgbClr val="17212B"/>
                          </a:solidFill>
                          <a:latin typeface="Times New Roman"/>
                          <a:ea typeface="Times New Roman"/>
                          <a:cs typeface="Times New Roman"/>
                        </a:rPr>
                        <a:t>.</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2025" b="0">
                          <a:solidFill>
                            <a:srgbClr val="17212B"/>
                          </a:solidFill>
                          <a:latin typeface="Malgun Gothic"/>
                          <a:ea typeface="Malgun Gothic"/>
                          <a:cs typeface="Malgun Gothic"/>
                        </a:rPr>
                        <a:t>스트레이너를</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세척했다</a:t>
                      </a:r>
                      <a:r>
                        <a:rPr sz="2025" b="0">
                          <a:solidFill>
                            <a:srgbClr val="17212B"/>
                          </a:solidFill>
                          <a:latin typeface="Times New Roman"/>
                          <a:ea typeface="Times New Roman"/>
                          <a:cs typeface="Times New Roman"/>
                        </a:rPr>
                        <a:t>.</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920750">
                <a:tc>
                  <a:txBody>
                    <a:bodyPr/>
                    <a:lstStyle/>
                    <a:p>
                      <a:r>
                        <a:rPr sz="2025" b="0">
                          <a:solidFill>
                            <a:srgbClr val="17212B"/>
                          </a:solidFill>
                          <a:latin typeface="Malgun Gothic"/>
                          <a:ea typeface="Malgun Gothic"/>
                          <a:cs typeface="Malgun Gothic"/>
                        </a:rPr>
                        <a:t>합성</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상세</a:t>
                      </a:r>
                      <a:r>
                        <a:rPr sz="2025" b="0">
                          <a:solidFill>
                            <a:srgbClr val="17212B"/>
                          </a:solidFill>
                          <a:latin typeface="Times New Roman"/>
                          <a:ea typeface="Times New Roman"/>
                          <a:cs typeface="Times New Roman"/>
                        </a:rPr>
                        <a:t>2</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2025" b="0">
                          <a:solidFill>
                            <a:srgbClr val="17212B"/>
                          </a:solidFill>
                          <a:latin typeface="Malgun Gothic"/>
                          <a:ea typeface="Malgun Gothic"/>
                          <a:cs typeface="Malgun Gothic"/>
                        </a:rPr>
                        <a:t>실제</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유량은</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정상이지만</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환수</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온도가</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높았다</a:t>
                      </a:r>
                      <a:r>
                        <a:rPr sz="2025" b="0">
                          <a:solidFill>
                            <a:srgbClr val="17212B"/>
                          </a:solidFill>
                          <a:latin typeface="Times New Roman"/>
                          <a:ea typeface="Times New Roman"/>
                          <a:cs typeface="Times New Roman"/>
                        </a:rPr>
                        <a:t>.</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2025" b="0">
                          <a:solidFill>
                            <a:srgbClr val="17212B"/>
                          </a:solidFill>
                          <a:latin typeface="Malgun Gothic"/>
                          <a:ea typeface="Malgun Gothic"/>
                          <a:cs typeface="Malgun Gothic"/>
                        </a:rPr>
                        <a:t>냉각</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배관을</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점검했다</a:t>
                      </a:r>
                      <a:r>
                        <a:rPr sz="2025" b="0">
                          <a:solidFill>
                            <a:srgbClr val="17212B"/>
                          </a:solidFill>
                          <a:latin typeface="Times New Roman"/>
                          <a:ea typeface="Times New Roman"/>
                          <a:cs typeface="Times New Roman"/>
                        </a:rPr>
                        <a:t>.</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bl>
          </a:graphicData>
        </a:graphic>
      </p:graphicFrame>
      <p:sp>
        <p:nvSpPr>
          <p:cNvPr id="4" name="">
            <a:extLst xmlns:a="http://schemas.openxmlformats.org/drawingml/2006/main">
              <a:ext uri="{FF2B5EF4-FFF2-40B4-BE49-F238E27FC236}">
                <a16:creationId xmlns:a16="http://schemas.microsoft.com/office/drawing/2014/main" id="{3BC7222C-8E97-43CF-B316-83781116BC42}"/>
              </a:ext>
            </a:extLst>
          </p:cNvPr>
          <p:cNvSpPr>
            <a:spLocks xmlns:a="http://schemas.openxmlformats.org/drawingml/2006/main" noGrp="1"/>
          </p:cNvSpPr>
          <p:nvPr/>
        </p:nvSpPr>
        <p:spPr>
          <a:xfrm xmlns:a="http://schemas.openxmlformats.org/drawingml/2006/main">
            <a:off x="609600" y="5095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0969DA"/>
                </a:solidFill>
              </a:defRPr>
            </a:defPPr>
          </a:lstStyle>
          <a:p xmlns:a="http://schemas.openxmlformats.org/drawingml/2006/main">
            <a:pPr>
              <a:defRPr sz="2400" b="1">
                <a:solidFill>
                  <a:srgbClr val="0969DA"/>
                </a:solidFill>
              </a:defRPr>
            </a:pPr>
            <a:r>
              <a:rPr sz="2400" b="1">
                <a:solidFill>
                  <a:srgbClr val="0969DA"/>
                </a:solidFill>
                <a:latin typeface="Malgun Gothic"/>
                <a:ea typeface="Malgun Gothic"/>
                <a:cs typeface="Malgun Gothic"/>
              </a:rPr>
              <a:t>원문</a:t>
            </a:r>
            <a:r>
              <a:rPr sz="2400" b="1">
                <a:solidFill>
                  <a:srgbClr val="0969DA"/>
                </a:solidFill>
                <a:latin typeface="Times New Roman"/>
                <a:ea typeface="Times New Roman"/>
                <a:cs typeface="Times New Roman"/>
              </a:rPr>
              <a:t> </a:t>
            </a:r>
            <a:r>
              <a:rPr sz="2400" b="1">
                <a:solidFill>
                  <a:srgbClr val="0969DA"/>
                </a:solidFill>
                <a:latin typeface="Malgun Gothic"/>
                <a:ea typeface="Malgun Gothic"/>
                <a:cs typeface="Malgun Gothic"/>
              </a:rPr>
              <a:t>조건이</a:t>
            </a:r>
            <a:r>
              <a:rPr sz="2400" b="1">
                <a:solidFill>
                  <a:srgbClr val="0969DA"/>
                </a:solidFill>
                <a:latin typeface="Times New Roman"/>
                <a:ea typeface="Times New Roman"/>
                <a:cs typeface="Times New Roman"/>
              </a:rPr>
              <a:t> </a:t>
            </a:r>
            <a:r>
              <a:rPr sz="2400" b="1">
                <a:solidFill>
                  <a:srgbClr val="0969DA"/>
                </a:solidFill>
                <a:latin typeface="Malgun Gothic"/>
                <a:ea typeface="Malgun Gothic"/>
                <a:cs typeface="Malgun Gothic"/>
              </a:rPr>
              <a:t>다르면</a:t>
            </a:r>
            <a:r>
              <a:rPr sz="2400" b="1">
                <a:solidFill>
                  <a:srgbClr val="0969DA"/>
                </a:solidFill>
                <a:latin typeface="Times New Roman"/>
                <a:ea typeface="Times New Roman"/>
                <a:cs typeface="Times New Roman"/>
              </a:rPr>
              <a:t>, </a:t>
            </a:r>
            <a:r>
              <a:rPr sz="2400" b="1">
                <a:solidFill>
                  <a:srgbClr val="0969DA"/>
                </a:solidFill>
                <a:latin typeface="Malgun Gothic"/>
                <a:ea typeface="Malgun Gothic"/>
                <a:cs typeface="Malgun Gothic"/>
              </a:rPr>
              <a:t>근거를</a:t>
            </a:r>
            <a:r>
              <a:rPr sz="2400" b="1">
                <a:solidFill>
                  <a:srgbClr val="0969DA"/>
                </a:solidFill>
                <a:latin typeface="Times New Roman"/>
                <a:ea typeface="Times New Roman"/>
                <a:cs typeface="Times New Roman"/>
              </a:rPr>
              <a:t> </a:t>
            </a:r>
            <a:r>
              <a:rPr sz="2400" b="1">
                <a:solidFill>
                  <a:srgbClr val="0969DA"/>
                </a:solidFill>
                <a:latin typeface="Malgun Gothic"/>
                <a:ea typeface="Malgun Gothic"/>
                <a:cs typeface="Malgun Gothic"/>
              </a:rPr>
              <a:t>고르는</a:t>
            </a:r>
            <a:r>
              <a:rPr sz="2400" b="1">
                <a:solidFill>
                  <a:srgbClr val="0969DA"/>
                </a:solidFill>
                <a:latin typeface="Times New Roman"/>
                <a:ea typeface="Times New Roman"/>
                <a:cs typeface="Times New Roman"/>
              </a:rPr>
              <a:t> </a:t>
            </a:r>
            <a:r>
              <a:rPr sz="2400" b="1">
                <a:solidFill>
                  <a:srgbClr val="0969DA"/>
                </a:solidFill>
                <a:latin typeface="Malgun Gothic"/>
                <a:ea typeface="Malgun Gothic"/>
                <a:cs typeface="Malgun Gothic"/>
              </a:rPr>
              <a:t>기준도</a:t>
            </a:r>
            <a:r>
              <a:rPr sz="2400" b="1">
                <a:solidFill>
                  <a:srgbClr val="0969DA"/>
                </a:solidFill>
                <a:latin typeface="Times New Roman"/>
                <a:ea typeface="Times New Roman"/>
                <a:cs typeface="Times New Roman"/>
              </a:rPr>
              <a:t> </a:t>
            </a:r>
            <a:r>
              <a:rPr sz="2400" b="1">
                <a:solidFill>
                  <a:srgbClr val="0969DA"/>
                </a:solidFill>
                <a:latin typeface="Malgun Gothic"/>
                <a:ea typeface="Malgun Gothic"/>
                <a:cs typeface="Malgun Gothic"/>
              </a:rPr>
              <a:t>달라집니다</a:t>
            </a:r>
          </a:p>
        </p:txBody>
      </p:sp>
    </p:spTree>
    <p:extLst>
      <p:ext uri="{BB962C8B-B14F-4D97-AF65-F5344CB8AC3E}">
        <p14:creationId xmlns:p14="http://schemas.microsoft.com/office/powerpoint/2010/main" val="1094498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BDE72B80-8E17-4D2A-B597-E52E71FAFBAD}"/>
              </a:ext>
            </a:extLst>
          </p:cNvPr>
          <p:cNvCxnSpPr>
            <a:stCxn xmlns:a="http://schemas.openxmlformats.org/drawingml/2006/main" id="6" idx="3"/>
            <a:endCxn xmlns:a="http://schemas.openxmlformats.org/drawingml/2006/main" id="7" idx="1"/>
          </p:cNvCxnSpPr>
          <p:nvPr/>
        </p:nvCxnSpPr>
        <p:spPr>
          <a:xfrm xmlns:a="http://schemas.openxmlformats.org/drawingml/2006/main">
            <a:off x="9296400" y="3143250"/>
            <a:ext cx="228600" cy="0"/>
          </a:xfrm>
          <a:prstGeom xmlns:a="http://schemas.openxmlformats.org/drawingml/2006/main" prst="straightConnector1">
            <a:avLst/>
          </a:prstGeom>
          <a:ln xmlns:a="http://schemas.openxmlformats.org/drawingml/2006/main" w="19050">
            <a:solidFill>
              <a:srgbClr val="526171"/>
            </a:solidFill>
            <a:tailEnd type="arrow" w="sm" len="sm"/>
          </a:ln>
        </p:spPr>
      </p:cxnSp>
      <p:cxnSp>
        <p:nvCxnSpPr>
          <p:cNvPr id="10" name="">
            <a:extLst xmlns:a="http://schemas.openxmlformats.org/drawingml/2006/main">
              <a:ext uri="{FF2B5EF4-FFF2-40B4-BE49-F238E27FC236}">
                <a16:creationId xmlns:a16="http://schemas.microsoft.com/office/drawing/2014/main" id="{D57E0C71-415B-49B2-817A-74CA953CBF8C}"/>
              </a:ext>
            </a:extLst>
          </p:cNvPr>
          <p:cNvCxnSpPr>
            <a:stCxn xmlns:a="http://schemas.openxmlformats.org/drawingml/2006/main" id="5" idx="3"/>
            <a:endCxn xmlns:a="http://schemas.openxmlformats.org/drawingml/2006/main" id="6" idx="1"/>
          </p:cNvCxnSpPr>
          <p:nvPr/>
        </p:nvCxnSpPr>
        <p:spPr>
          <a:xfrm xmlns:a="http://schemas.openxmlformats.org/drawingml/2006/main">
            <a:off x="7067550" y="3143250"/>
            <a:ext cx="228600" cy="0"/>
          </a:xfrm>
          <a:prstGeom xmlns:a="http://schemas.openxmlformats.org/drawingml/2006/main" prst="straightConnector1">
            <a:avLst/>
          </a:prstGeom>
          <a:ln xmlns:a="http://schemas.openxmlformats.org/drawingml/2006/main" w="19050">
            <a:solidFill>
              <a:srgbClr val="526171"/>
            </a:solidFill>
            <a:tailEnd type="arrow" w="sm" len="sm"/>
          </a:ln>
        </p:spPr>
      </p:cxnSp>
      <p:cxnSp>
        <p:nvCxnSpPr>
          <p:cNvPr id="9" name="">
            <a:extLst xmlns:a="http://schemas.openxmlformats.org/drawingml/2006/main">
              <a:ext uri="{FF2B5EF4-FFF2-40B4-BE49-F238E27FC236}">
                <a16:creationId xmlns:a16="http://schemas.microsoft.com/office/drawing/2014/main" id="{B41D5E2E-80D6-4E04-A3BB-E7FC2E6A765B}"/>
              </a:ext>
            </a:extLst>
          </p:cNvPr>
          <p:cNvCxnSpPr>
            <a:stCxn xmlns:a="http://schemas.openxmlformats.org/drawingml/2006/main" id="4" idx="3"/>
            <a:endCxn xmlns:a="http://schemas.openxmlformats.org/drawingml/2006/main" id="5" idx="1"/>
          </p:cNvCxnSpPr>
          <p:nvPr/>
        </p:nvCxnSpPr>
        <p:spPr>
          <a:xfrm xmlns:a="http://schemas.openxmlformats.org/drawingml/2006/main">
            <a:off x="4838700" y="3143250"/>
            <a:ext cx="228600" cy="0"/>
          </a:xfrm>
          <a:prstGeom xmlns:a="http://schemas.openxmlformats.org/drawingml/2006/main" prst="straightConnector1">
            <a:avLst/>
          </a:prstGeom>
          <a:ln xmlns:a="http://schemas.openxmlformats.org/drawingml/2006/main" w="19050">
            <a:solidFill>
              <a:srgbClr val="526171"/>
            </a:solidFill>
            <a:tailEnd type="arrow" w="sm" len="sm"/>
          </a:ln>
        </p:spPr>
      </p:cxnSp>
      <p:cxnSp>
        <p:nvCxnSpPr>
          <p:cNvPr id="8" name="">
            <a:extLst xmlns:a="http://schemas.openxmlformats.org/drawingml/2006/main">
              <a:ext uri="{FF2B5EF4-FFF2-40B4-BE49-F238E27FC236}">
                <a16:creationId xmlns:a16="http://schemas.microsoft.com/office/drawing/2014/main" id="{AE954FCD-A3BC-4432-853E-19340FD9DBDA}"/>
              </a:ext>
            </a:extLst>
          </p:cNvPr>
          <p:cNvCxnSpPr>
            <a:stCxn xmlns:a="http://schemas.openxmlformats.org/drawingml/2006/main" id="3" idx="3"/>
            <a:endCxn xmlns:a="http://schemas.openxmlformats.org/drawingml/2006/main" id="4" idx="1"/>
          </p:cNvCxnSpPr>
          <p:nvPr/>
        </p:nvCxnSpPr>
        <p:spPr>
          <a:xfrm xmlns:a="http://schemas.openxmlformats.org/drawingml/2006/main">
            <a:off x="2609850" y="3143250"/>
            <a:ext cx="228600" cy="0"/>
          </a:xfrm>
          <a:prstGeom xmlns:a="http://schemas.openxmlformats.org/drawingml/2006/main" prst="straightConnector1">
            <a:avLst/>
          </a:prstGeom>
          <a:ln xmlns:a="http://schemas.openxmlformats.org/drawingml/2006/main" w="19050">
            <a:solidFill>
              <a:srgbClr val="526171"/>
            </a:solidFill>
            <a:tailEnd type="arrow" w="sm" len="sm"/>
          </a:ln>
        </p:spPr>
      </p:cxnSp>
      <p:sp>
        <p:nvSpPr>
          <p:cNvPr id="13" name="">
            <a:extLst xmlns:a="http://schemas.openxmlformats.org/drawingml/2006/main">
              <a:ext uri="{FF2B5EF4-FFF2-40B4-BE49-F238E27FC236}">
                <a16:creationId xmlns:a16="http://schemas.microsoft.com/office/drawing/2014/main" id="{BE4FBF78-5E85-4849-9A19-B119E0334608}"/>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규칙</a:t>
            </a:r>
            <a:r>
              <a:rPr sz="3000" b="1">
                <a:solidFill>
                  <a:srgbClr val="17212B"/>
                </a:solidFill>
                <a:latin typeface="Times New Roman"/>
                <a:ea typeface="Times New Roman"/>
                <a:cs typeface="Times New Roman"/>
              </a:rPr>
              <a:t>·</a:t>
            </a:r>
            <a:r>
              <a:rPr sz="3000" b="1">
                <a:solidFill>
                  <a:srgbClr val="17212B"/>
                </a:solidFill>
                <a:latin typeface="Malgun Gothic"/>
                <a:ea typeface="Malgun Gothic"/>
                <a:cs typeface="Malgun Gothic"/>
              </a:rPr>
              <a:t>검색</a:t>
            </a:r>
            <a:r>
              <a:rPr sz="3000" b="1">
                <a:solidFill>
                  <a:srgbClr val="17212B"/>
                </a:solidFill>
                <a:latin typeface="Times New Roman"/>
                <a:ea typeface="Times New Roman"/>
                <a:cs typeface="Times New Roman"/>
              </a:rPr>
              <a:t>·</a:t>
            </a:r>
            <a:r>
              <a:rPr sz="3000" b="1">
                <a:solidFill>
                  <a:srgbClr val="17212B"/>
                </a:solidFill>
                <a:latin typeface="Malgun Gothic"/>
                <a:ea typeface="Malgun Gothic"/>
                <a:cs typeface="Malgun Gothic"/>
              </a:rPr>
              <a:t>선택</a:t>
            </a:r>
            <a:r>
              <a:rPr sz="3000" b="1">
                <a:solidFill>
                  <a:srgbClr val="17212B"/>
                </a:solidFill>
                <a:latin typeface="Times New Roman"/>
                <a:ea typeface="Times New Roman"/>
                <a:cs typeface="Times New Roman"/>
              </a:rPr>
              <a:t>·</a:t>
            </a:r>
            <a:r>
              <a:rPr sz="3000" b="1">
                <a:solidFill>
                  <a:srgbClr val="17212B"/>
                </a:solidFill>
                <a:latin typeface="Malgun Gothic"/>
                <a:ea typeface="Malgun Gothic"/>
                <a:cs typeface="Malgun Gothic"/>
              </a:rPr>
              <a:t>답변</a:t>
            </a:r>
            <a:r>
              <a:rPr sz="3000" b="1">
                <a:solidFill>
                  <a:srgbClr val="17212B"/>
                </a:solidFill>
                <a:latin typeface="Times New Roman"/>
                <a:ea typeface="Times New Roman"/>
                <a:cs typeface="Times New Roman"/>
              </a:rPr>
              <a:t>·</a:t>
            </a:r>
            <a:r>
              <a:rPr sz="3000" b="1">
                <a:solidFill>
                  <a:srgbClr val="17212B"/>
                </a:solidFill>
                <a:latin typeface="Malgun Gothic"/>
                <a:ea typeface="Malgun Gothic"/>
                <a:cs typeface="Malgun Gothic"/>
              </a:rPr>
              <a:t>검사의</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분업</a:t>
            </a:r>
          </a:p>
        </p:txBody>
      </p:sp>
      <p:sp>
        <p:nvSpPr>
          <p:cNvPr id="2" name="">
            <a:extLst xmlns:a="http://schemas.openxmlformats.org/drawingml/2006/main">
              <a:ext uri="{FF2B5EF4-FFF2-40B4-BE49-F238E27FC236}">
                <a16:creationId xmlns:a16="http://schemas.microsoft.com/office/drawing/2014/main" id="{530CD36E-209C-4B34-81F4-659FE754BCB8}"/>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protocol.initial.json · 3</a:t>
            </a:r>
          </a:p>
        </p:txBody>
      </p:sp>
      <p:sp>
        <p:nvSpPr>
          <p:cNvPr id="3" name="">
            <a:extLst xmlns:a="http://schemas.openxmlformats.org/drawingml/2006/main">
              <a:ext uri="{FF2B5EF4-FFF2-40B4-BE49-F238E27FC236}">
                <a16:creationId xmlns:a16="http://schemas.microsoft.com/office/drawing/2014/main" id="{4D5CB7B4-BB25-459B-A62B-B9DE0299C1C2}"/>
              </a:ext>
            </a:extLst>
          </p:cNvPr>
          <p:cNvSpPr>
            <a:spLocks xmlns:a="http://schemas.openxmlformats.org/drawingml/2006/main" noGrp="1"/>
          </p:cNvSpPr>
          <p:nvPr/>
        </p:nvSpPr>
        <p:spPr>
          <a:xfrm xmlns:a="http://schemas.openxmlformats.org/drawingml/2006/main">
            <a:off x="609600" y="2619375"/>
            <a:ext cx="2000250" cy="1047750"/>
          </a:xfrm>
          <a:prstGeom xmlns:a="http://schemas.openxmlformats.org/drawingml/2006/main" prst="rect">
            <a:avLst/>
          </a:prstGeom>
          <a:solidFill xmlns:a="http://schemas.openxmlformats.org/drawingml/2006/main">
            <a:srgbClr val="F0F3F6"/>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보존</a:t>
            </a:r>
            <a:br>
              <a:rPr sz="1950" b="1">
                <a:solidFill>
                  <a:srgbClr val="17212B"/>
                </a:solidFill>
                <a:latin typeface="Times New Roman"/>
                <a:ea typeface="Times New Roman"/>
                <a:cs typeface="Times New Roman"/>
              </a:rPr>
            </a:br>
            <a:r>
              <a:rPr sz="1950" b="1">
                <a:solidFill>
                  <a:srgbClr val="17212B"/>
                </a:solidFill>
                <a:latin typeface="Malgun Gothic"/>
                <a:ea typeface="Malgun Gothic"/>
                <a:cs typeface="Malgun Gothic"/>
              </a:rPr>
              <a:t>상세</a:t>
            </a:r>
            <a:r>
              <a:rPr sz="1950" b="1">
                <a:solidFill>
                  <a:srgbClr val="17212B"/>
                </a:solidFill>
                <a:latin typeface="Times New Roman"/>
                <a:ea typeface="Times New Roman"/>
                <a:cs typeface="Times New Roman"/>
              </a:rPr>
              <a:t>·</a:t>
            </a:r>
            <a:r>
              <a:rPr sz="1950" b="1">
                <a:solidFill>
                  <a:srgbClr val="17212B"/>
                </a:solidFill>
                <a:latin typeface="Malgun Gothic"/>
                <a:ea typeface="Malgun Gothic"/>
                <a:cs typeface="Malgun Gothic"/>
              </a:rPr>
              <a:t>작업</a:t>
            </a:r>
            <a:r>
              <a:rPr sz="1950" b="1">
                <a:solidFill>
                  <a:srgbClr val="17212B"/>
                </a:solidFill>
                <a:latin typeface="Times New Roman"/>
                <a:ea typeface="Times New Roman"/>
                <a:cs typeface="Times New Roman"/>
              </a:rPr>
              <a:t>·</a:t>
            </a:r>
            <a:r>
              <a:rPr sz="1950" b="1">
                <a:solidFill>
                  <a:srgbClr val="17212B"/>
                </a:solidFill>
                <a:latin typeface="Malgun Gothic"/>
                <a:ea typeface="Malgun Gothic"/>
                <a:cs typeface="Malgun Gothic"/>
              </a:rPr>
              <a:t>셀</a:t>
            </a:r>
          </a:p>
        </p:txBody>
      </p:sp>
      <p:sp>
        <p:nvSpPr>
          <p:cNvPr id="4" name="">
            <a:extLst xmlns:a="http://schemas.openxmlformats.org/drawingml/2006/main">
              <a:ext uri="{FF2B5EF4-FFF2-40B4-BE49-F238E27FC236}">
                <a16:creationId xmlns:a16="http://schemas.microsoft.com/office/drawing/2014/main" id="{CA212B50-4422-4C77-8948-60917958B293}"/>
              </a:ext>
            </a:extLst>
          </p:cNvPr>
          <p:cNvSpPr>
            <a:spLocks xmlns:a="http://schemas.openxmlformats.org/drawingml/2006/main" noGrp="1"/>
          </p:cNvSpPr>
          <p:nvPr/>
        </p:nvSpPr>
        <p:spPr>
          <a:xfrm xmlns:a="http://schemas.openxmlformats.org/drawingml/2006/main">
            <a:off x="2838450" y="2619375"/>
            <a:ext cx="20002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찾기</a:t>
            </a:r>
            <a:br>
              <a:rPr sz="1950" b="1">
                <a:solidFill>
                  <a:srgbClr val="17212B"/>
                </a:solidFill>
                <a:latin typeface="Times New Roman"/>
                <a:ea typeface="Times New Roman"/>
                <a:cs typeface="Times New Roman"/>
              </a:rPr>
            </a:br>
            <a:r>
              <a:rPr sz="1950" b="1">
                <a:solidFill>
                  <a:srgbClr val="17212B"/>
                </a:solidFill>
                <a:latin typeface="Malgun Gothic"/>
                <a:ea typeface="Malgun Gothic"/>
                <a:cs typeface="Malgun Gothic"/>
              </a:rPr>
              <a:t>키워드</a:t>
            </a:r>
            <a:r>
              <a:rPr sz="1950" b="1">
                <a:solidFill>
                  <a:srgbClr val="17212B"/>
                </a:solidFill>
                <a:latin typeface="Times New Roman"/>
                <a:ea typeface="Times New Roman"/>
                <a:cs typeface="Times New Roman"/>
              </a:rPr>
              <a:t>·</a:t>
            </a:r>
            <a:r>
              <a:rPr sz="1950" b="1">
                <a:solidFill>
                  <a:srgbClr val="17212B"/>
                </a:solidFill>
                <a:latin typeface="Malgun Gothic"/>
                <a:ea typeface="Malgun Gothic"/>
                <a:cs typeface="Malgun Gothic"/>
              </a:rPr>
              <a:t>벡터</a:t>
            </a:r>
          </a:p>
        </p:txBody>
      </p:sp>
      <p:sp>
        <p:nvSpPr>
          <p:cNvPr id="5" name="">
            <a:extLst xmlns:a="http://schemas.openxmlformats.org/drawingml/2006/main">
              <a:ext uri="{FF2B5EF4-FFF2-40B4-BE49-F238E27FC236}">
                <a16:creationId xmlns:a16="http://schemas.microsoft.com/office/drawing/2014/main" id="{2455C955-5A99-4EC5-AF66-8DFEE293DBB7}"/>
              </a:ext>
            </a:extLst>
          </p:cNvPr>
          <p:cNvSpPr>
            <a:spLocks xmlns:a="http://schemas.openxmlformats.org/drawingml/2006/main" noGrp="1"/>
          </p:cNvSpPr>
          <p:nvPr/>
        </p:nvSpPr>
        <p:spPr>
          <a:xfrm xmlns:a="http://schemas.openxmlformats.org/drawingml/2006/main">
            <a:off x="5067300" y="2619375"/>
            <a:ext cx="20002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선택</a:t>
            </a:r>
            <a:br>
              <a:rPr sz="1950" b="1">
                <a:solidFill>
                  <a:srgbClr val="17212B"/>
                </a:solidFill>
                <a:latin typeface="Times New Roman"/>
                <a:ea typeface="Times New Roman"/>
                <a:cs typeface="Times New Roman"/>
              </a:rPr>
            </a:br>
            <a:r>
              <a:rPr sz="1950" b="1">
                <a:solidFill>
                  <a:srgbClr val="17212B"/>
                </a:solidFill>
                <a:latin typeface="Malgun Gothic"/>
                <a:ea typeface="Malgun Gothic"/>
                <a:cs typeface="Malgun Gothic"/>
              </a:rPr>
              <a:t>같은</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후보</a:t>
            </a:r>
          </a:p>
        </p:txBody>
      </p:sp>
      <p:sp>
        <p:nvSpPr>
          <p:cNvPr id="6" name="">
            <a:extLst xmlns:a="http://schemas.openxmlformats.org/drawingml/2006/main">
              <a:ext uri="{FF2B5EF4-FFF2-40B4-BE49-F238E27FC236}">
                <a16:creationId xmlns:a16="http://schemas.microsoft.com/office/drawing/2014/main" id="{F4327D66-D7D7-4831-80E6-2F856102223C}"/>
              </a:ext>
            </a:extLst>
          </p:cNvPr>
          <p:cNvSpPr>
            <a:spLocks xmlns:a="http://schemas.openxmlformats.org/drawingml/2006/main" noGrp="1"/>
          </p:cNvSpPr>
          <p:nvPr/>
        </p:nvSpPr>
        <p:spPr>
          <a:xfrm xmlns:a="http://schemas.openxmlformats.org/drawingml/2006/main">
            <a:off x="7296150" y="2619375"/>
            <a:ext cx="20002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작성</a:t>
            </a:r>
            <a:br>
              <a:rPr sz="1950" b="1">
                <a:solidFill>
                  <a:srgbClr val="17212B"/>
                </a:solidFill>
                <a:latin typeface="Times New Roman"/>
                <a:ea typeface="Times New Roman"/>
                <a:cs typeface="Times New Roman"/>
              </a:rPr>
            </a:br>
            <a:r>
              <a:rPr sz="1950" b="1">
                <a:solidFill>
                  <a:srgbClr val="17212B"/>
                </a:solidFill>
                <a:latin typeface="Malgun Gothic"/>
                <a:ea typeface="Malgun Gothic"/>
                <a:cs typeface="Malgun Gothic"/>
              </a:rPr>
              <a:t>원문</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기반</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답변</a:t>
            </a:r>
          </a:p>
        </p:txBody>
      </p:sp>
      <p:sp>
        <p:nvSpPr>
          <p:cNvPr id="7" name="">
            <a:extLst xmlns:a="http://schemas.openxmlformats.org/drawingml/2006/main">
              <a:ext uri="{FF2B5EF4-FFF2-40B4-BE49-F238E27FC236}">
                <a16:creationId xmlns:a16="http://schemas.microsoft.com/office/drawing/2014/main" id="{A589669A-57A2-4E1B-9A0A-C441523F87B4}"/>
              </a:ext>
            </a:extLst>
          </p:cNvPr>
          <p:cNvSpPr>
            <a:spLocks xmlns:a="http://schemas.openxmlformats.org/drawingml/2006/main" noGrp="1"/>
          </p:cNvSpPr>
          <p:nvPr/>
        </p:nvSpPr>
        <p:spPr>
          <a:xfrm xmlns:a="http://schemas.openxmlformats.org/drawingml/2006/main">
            <a:off x="9525000" y="2619375"/>
            <a:ext cx="20002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검사</a:t>
            </a:r>
            <a:br>
              <a:rPr sz="1950" b="1">
                <a:solidFill>
                  <a:srgbClr val="17212B"/>
                </a:solidFill>
                <a:latin typeface="Times New Roman"/>
                <a:ea typeface="Times New Roman"/>
                <a:cs typeface="Times New Roman"/>
              </a:rPr>
            </a:br>
            <a:r>
              <a:rPr sz="1950" b="1">
                <a:solidFill>
                  <a:srgbClr val="17212B"/>
                </a:solidFill>
                <a:latin typeface="Malgun Gothic"/>
                <a:ea typeface="Malgun Gothic"/>
                <a:cs typeface="Malgun Gothic"/>
              </a:rPr>
              <a:t>셀</a:t>
            </a:r>
            <a:r>
              <a:rPr sz="1950" b="1">
                <a:solidFill>
                  <a:srgbClr val="17212B"/>
                </a:solidFill>
                <a:latin typeface="Times New Roman"/>
                <a:ea typeface="Times New Roman"/>
                <a:cs typeface="Times New Roman"/>
              </a:rPr>
              <a:t>·</a:t>
            </a:r>
            <a:r>
              <a:rPr sz="1950" b="1">
                <a:solidFill>
                  <a:srgbClr val="17212B"/>
                </a:solidFill>
                <a:latin typeface="Malgun Gothic"/>
                <a:ea typeface="Malgun Gothic"/>
                <a:cs typeface="Malgun Gothic"/>
              </a:rPr>
              <a:t>수치</a:t>
            </a:r>
            <a:r>
              <a:rPr sz="1950" b="1">
                <a:solidFill>
                  <a:srgbClr val="17212B"/>
                </a:solidFill>
                <a:latin typeface="Times New Roman"/>
                <a:ea typeface="Times New Roman"/>
                <a:cs typeface="Times New Roman"/>
              </a:rPr>
              <a:t>·</a:t>
            </a:r>
            <a:r>
              <a:rPr sz="1950" b="1">
                <a:solidFill>
                  <a:srgbClr val="17212B"/>
                </a:solidFill>
                <a:latin typeface="Malgun Gothic"/>
                <a:ea typeface="Malgun Gothic"/>
                <a:cs typeface="Malgun Gothic"/>
              </a:rPr>
              <a:t>인용</a:t>
            </a:r>
          </a:p>
        </p:txBody>
      </p:sp>
      <p:sp>
        <p:nvSpPr>
          <p:cNvPr id="12" name="">
            <a:extLst xmlns:a="http://schemas.openxmlformats.org/drawingml/2006/main">
              <a:ext uri="{FF2B5EF4-FFF2-40B4-BE49-F238E27FC236}">
                <a16:creationId xmlns:a16="http://schemas.microsoft.com/office/drawing/2014/main" id="{1FDCA2F1-3F27-4264-863D-2AEDA1141EE8}"/>
              </a:ext>
            </a:extLst>
          </p:cNvPr>
          <p:cNvSpPr>
            <a:spLocks xmlns:a="http://schemas.openxmlformats.org/drawingml/2006/main" noGrp="1"/>
          </p:cNvSpPr>
          <p:nvPr/>
        </p:nvSpPr>
        <p:spPr>
          <a:xfrm xmlns:a="http://schemas.openxmlformats.org/drawingml/2006/main">
            <a:off x="609600" y="44291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26171"/>
                </a:solidFill>
              </a:defRPr>
            </a:defPPr>
          </a:lstStyle>
          <a:p xmlns:a="http://schemas.openxmlformats.org/drawingml/2006/main">
            <a:pPr>
              <a:defRPr sz="2100" b="0">
                <a:solidFill>
                  <a:srgbClr val="526171"/>
                </a:solidFill>
              </a:defRPr>
            </a:pPr>
            <a:r>
              <a:rPr sz="2100" b="0">
                <a:solidFill>
                  <a:srgbClr val="526171"/>
                </a:solidFill>
                <a:latin typeface="Malgun Gothic"/>
                <a:ea typeface="Malgun Gothic"/>
                <a:cs typeface="Malgun Gothic"/>
              </a:rPr>
              <a:t>정확</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조회는</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규칙으로</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우회</a:t>
            </a:r>
            <a:r>
              <a:rPr sz="2100" b="0">
                <a:solidFill>
                  <a:srgbClr val="526171"/>
                </a:solidFill>
                <a:latin typeface="Times New Roman"/>
                <a:ea typeface="Times New Roman"/>
                <a:cs typeface="Times New Roman"/>
              </a:rPr>
              <a:t>   |   </a:t>
            </a:r>
            <a:r>
              <a:rPr sz="2100" b="0">
                <a:solidFill>
                  <a:srgbClr val="526171"/>
                </a:solidFill>
                <a:latin typeface="Malgun Gothic"/>
                <a:ea typeface="Malgun Gothic"/>
                <a:cs typeface="Malgun Gothic"/>
              </a:rPr>
              <a:t>실패하면</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원문</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유지</a:t>
            </a:r>
            <a:r>
              <a:rPr sz="2100" b="0">
                <a:solidFill>
                  <a:srgbClr val="526171"/>
                </a:solidFill>
                <a:latin typeface="Times New Roman"/>
                <a:ea typeface="Times New Roman"/>
                <a:cs typeface="Times New Roman"/>
              </a:rPr>
              <a:t>·</a:t>
            </a:r>
            <a:r>
              <a:rPr sz="2100" b="0">
                <a:solidFill>
                  <a:srgbClr val="526171"/>
                </a:solidFill>
                <a:latin typeface="Malgun Gothic"/>
                <a:ea typeface="Malgun Gothic"/>
                <a:cs typeface="Malgun Gothic"/>
              </a:rPr>
              <a:t>제한</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보정</a:t>
            </a:r>
            <a:r>
              <a:rPr sz="2100" b="0">
                <a:solidFill>
                  <a:srgbClr val="526171"/>
                </a:solidFill>
                <a:latin typeface="Times New Roman"/>
                <a:ea typeface="Times New Roman"/>
                <a:cs typeface="Times New Roman"/>
              </a:rPr>
              <a:t>·</a:t>
            </a:r>
            <a:r>
              <a:rPr sz="2100" b="0">
                <a:solidFill>
                  <a:srgbClr val="526171"/>
                </a:solidFill>
                <a:latin typeface="Malgun Gothic"/>
                <a:ea typeface="Malgun Gothic"/>
                <a:cs typeface="Malgun Gothic"/>
              </a:rPr>
              <a:t>보류</a:t>
            </a:r>
          </a:p>
        </p:txBody>
      </p:sp>
    </p:spTree>
    <p:extLst>
      <p:ext uri="{BB962C8B-B14F-4D97-AF65-F5344CB8AC3E}">
        <p14:creationId xmlns:p14="http://schemas.microsoft.com/office/powerpoint/2010/main" val="13459566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83DCF2-4508-4726-997F-3DB5E946EF1E}"/>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첫</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적합</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결합</a:t>
            </a:r>
            <a:r>
              <a:rPr sz="3000" b="1">
                <a:solidFill>
                  <a:srgbClr val="17212B"/>
                </a:solidFill>
                <a:latin typeface="Times New Roman"/>
                <a:ea typeface="Times New Roman"/>
                <a:cs typeface="Times New Roman"/>
              </a:rPr>
              <a:t> 17/24 → Qwen·Clef 23/24</a:t>
            </a:r>
          </a:p>
        </p:txBody>
      </p:sp>
      <p:sp>
        <p:nvSpPr>
          <p:cNvPr id="2" name="">
            <a:extLst xmlns:a="http://schemas.openxmlformats.org/drawingml/2006/main">
              <a:ext uri="{FF2B5EF4-FFF2-40B4-BE49-F238E27FC236}">
                <a16:creationId xmlns:a16="http://schemas.microsoft.com/office/drawing/2014/main" id="{B9AC2A4F-0791-4125-B961-54B11E45768E}"/>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summary.csv · 4</a:t>
            </a:r>
          </a:p>
        </p:txBody>
      </p:sp>
      <p:graphicFrame>
        <p:nvGraphicFramePr>
          <p:cNvPr id="3" name="">
            <a:extLst xmlns:a="http://schemas.openxmlformats.org/drawingml/2006/main">
              <a:ext uri="{FF2B5EF4-FFF2-40B4-BE49-F238E27FC236}">
                <a16:creationId xmlns:a16="http://schemas.microsoft.com/office/drawing/2014/main" id="{7D7CA747-D85F-4D0A-8A61-5116FA97E37A}"/>
              </a:ext>
            </a:extLst>
          </p:cNvPr>
          <p:cNvGraphicFramePr/>
          <p:nvPr/>
        </p:nvGraphicFramePr>
        <p:xfrm>
          <a:off xmlns:a="http://schemas.openxmlformats.org/drawingml/2006/main" x="609600" y="1714500"/>
          <a:ext xmlns:a="http://schemas.openxmlformats.org/drawingml/2006/main" cx="10972800" cy="3381375"/>
        </p:xfrm>
        <a:graphic xmlns:a="http://schemas.openxmlformats.org/drawingml/2006/main">
          <a:graphicData uri="http://schemas.openxmlformats.org/drawingml/2006/table">
            <a:tbl>
              <a:tblPr/>
              <a:tblGrid>
                <a:gridCol w="2095500"/>
                <a:gridCol w="2000250"/>
                <a:gridCol w="2714625"/>
                <a:gridCol w="1714500"/>
                <a:gridCol w="2447925"/>
              </a:tblGrid>
              <a:tr h="563563">
                <a:tc>
                  <a:txBody>
                    <a:bodyPr/>
                    <a:lstStyle/>
                    <a:p>
                      <a:r>
                        <a:rPr sz="1950" b="1">
                          <a:solidFill>
                            <a:srgbClr val="FFFFFF"/>
                          </a:solidFill>
                          <a:latin typeface="Malgun Gothic"/>
                          <a:ea typeface="Malgun Gothic"/>
                          <a:cs typeface="Malgun Gothic"/>
                        </a:rPr>
                        <a:t>구성</a:t>
                      </a:r>
                    </a:p>
                  </a:txBody>
                  <a:tcPr marL="91440" marR="91440" marT="45720" marB="45720" anchor="ctr">
                    <a:lnL w="9525">
                      <a:solidFill>
                        <a:srgbClr val="D8E0E8"/>
                      </a:solidFill>
                      <a:prstDash val="solid"/>
                    </a:lnL>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950" b="1">
                          <a:solidFill>
                            <a:srgbClr val="FFFFFF"/>
                          </a:solidFill>
                          <a:latin typeface="Malgun Gothic"/>
                          <a:ea typeface="Malgun Gothic"/>
                          <a:cs typeface="Malgun Gothic"/>
                        </a:rPr>
                        <a:t>첫</a:t>
                      </a:r>
                      <a:r>
                        <a:rPr sz="1950" b="1">
                          <a:solidFill>
                            <a:srgbClr val="FFFFFF"/>
                          </a:solidFill>
                          <a:latin typeface="Times New Roman"/>
                          <a:ea typeface="Times New Roman"/>
                          <a:cs typeface="Times New Roman"/>
                        </a:rPr>
                        <a:t> </a:t>
                      </a:r>
                      <a:r>
                        <a:rPr sz="1950" b="1">
                          <a:solidFill>
                            <a:srgbClr val="FFFFFF"/>
                          </a:solidFill>
                          <a:latin typeface="Malgun Gothic"/>
                          <a:ea typeface="Malgun Gothic"/>
                          <a:cs typeface="Malgun Gothic"/>
                        </a:rPr>
                        <a:t>직접적합</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950" b="1">
                          <a:solidFill>
                            <a:srgbClr val="FFFFFF"/>
                          </a:solidFill>
                          <a:latin typeface="Malgun Gothic"/>
                          <a:ea typeface="Malgun Gothic"/>
                          <a:cs typeface="Malgun Gothic"/>
                        </a:rPr>
                        <a:t>대조쌍</a:t>
                      </a:r>
                      <a:r>
                        <a:rPr sz="1950" b="1">
                          <a:solidFill>
                            <a:srgbClr val="FFFFFF"/>
                          </a:solidFill>
                          <a:latin typeface="Times New Roman"/>
                          <a:ea typeface="Times New Roman"/>
                          <a:cs typeface="Times New Roman"/>
                        </a:rPr>
                        <a:t> </a:t>
                      </a:r>
                      <a:r>
                        <a:rPr sz="1950" b="1">
                          <a:solidFill>
                            <a:srgbClr val="FFFFFF"/>
                          </a:solidFill>
                          <a:latin typeface="Malgun Gothic"/>
                          <a:ea typeface="Malgun Gothic"/>
                          <a:cs typeface="Malgun Gothic"/>
                        </a:rPr>
                        <a:t>동시정답</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950" b="1">
                          <a:solidFill>
                            <a:srgbClr val="FFFFFF"/>
                          </a:solidFill>
                          <a:latin typeface="Times New Roman"/>
                          <a:ea typeface="Times New Roman"/>
                          <a:cs typeface="Times New Roman"/>
                        </a:rPr>
                        <a:t>5</a:t>
                      </a:r>
                      <a:r>
                        <a:rPr sz="1950" b="1">
                          <a:solidFill>
                            <a:srgbClr val="FFFFFF"/>
                          </a:solidFill>
                          <a:latin typeface="Malgun Gothic"/>
                          <a:ea typeface="Malgun Gothic"/>
                          <a:cs typeface="Malgun Gothic"/>
                        </a:rPr>
                        <a:t>개</a:t>
                      </a:r>
                      <a:r>
                        <a:rPr sz="1950" b="1">
                          <a:solidFill>
                            <a:srgbClr val="FFFFFF"/>
                          </a:solidFill>
                          <a:latin typeface="Times New Roman"/>
                          <a:ea typeface="Times New Roman"/>
                          <a:cs typeface="Times New Roman"/>
                        </a:rPr>
                        <a:t> </a:t>
                      </a:r>
                      <a:r>
                        <a:rPr sz="1950" b="1">
                          <a:solidFill>
                            <a:srgbClr val="FFFFFF"/>
                          </a:solidFill>
                          <a:latin typeface="Malgun Gothic"/>
                          <a:ea typeface="Malgun Gothic"/>
                          <a:cs typeface="Malgun Gothic"/>
                        </a:rPr>
                        <a:t>내</a:t>
                      </a:r>
                      <a:r>
                        <a:rPr sz="1950" b="1">
                          <a:solidFill>
                            <a:srgbClr val="FFFFFF"/>
                          </a:solidFill>
                          <a:latin typeface="Times New Roman"/>
                          <a:ea typeface="Times New Roman"/>
                          <a:cs typeface="Times New Roman"/>
                        </a:rPr>
                        <a:t> </a:t>
                      </a:r>
                      <a:r>
                        <a:rPr sz="1950" b="1">
                          <a:solidFill>
                            <a:srgbClr val="FFFFFF"/>
                          </a:solidFill>
                          <a:latin typeface="Malgun Gothic"/>
                          <a:ea typeface="Malgun Gothic"/>
                          <a:cs typeface="Malgun Gothic"/>
                        </a:rPr>
                        <a:t>적합</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950" b="1">
                          <a:solidFill>
                            <a:srgbClr val="FFFFFF"/>
                          </a:solidFill>
                          <a:latin typeface="Malgun Gothic"/>
                          <a:ea typeface="Malgun Gothic"/>
                          <a:cs typeface="Malgun Gothic"/>
                        </a:rPr>
                        <a:t>반대조건</a:t>
                      </a:r>
                      <a:r>
                        <a:rPr sz="1950" b="1">
                          <a:solidFill>
                            <a:srgbClr val="FFFFFF"/>
                          </a:solidFill>
                          <a:latin typeface="Times New Roman"/>
                          <a:ea typeface="Times New Roman"/>
                          <a:cs typeface="Times New Roman"/>
                        </a:rPr>
                        <a:t> / fallback</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r>
              <a:tr h="563563">
                <a:tc>
                  <a:txBody>
                    <a:bodyPr/>
                    <a:lstStyle/>
                    <a:p>
                      <a:r>
                        <a:rPr sz="1950" b="0">
                          <a:solidFill>
                            <a:srgbClr val="17212B"/>
                          </a:solidFill>
                          <a:latin typeface="Times New Roman"/>
                          <a:ea typeface="Times New Roman"/>
                          <a:cs typeface="Times New Roman"/>
                        </a:rPr>
                        <a:t>N </a:t>
                      </a:r>
                      <a:r>
                        <a:rPr sz="1950" b="0">
                          <a:solidFill>
                            <a:srgbClr val="17212B"/>
                          </a:solidFill>
                          <a:latin typeface="Malgun Gothic"/>
                          <a:ea typeface="Malgun Gothic"/>
                          <a:cs typeface="Malgun Gothic"/>
                        </a:rPr>
                        <a:t>원문검색</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10/24</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2/12</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24/24</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6 / 0</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563563">
                <a:tc>
                  <a:txBody>
                    <a:bodyPr/>
                    <a:lstStyle/>
                    <a:p>
                      <a:r>
                        <a:rPr sz="1950" b="0">
                          <a:solidFill>
                            <a:srgbClr val="17212B"/>
                          </a:solidFill>
                          <a:latin typeface="Times New Roman"/>
                          <a:ea typeface="Times New Roman"/>
                          <a:cs typeface="Times New Roman"/>
                        </a:rPr>
                        <a:t>V </a:t>
                      </a:r>
                      <a:r>
                        <a:rPr sz="1950" b="0">
                          <a:solidFill>
                            <a:srgbClr val="17212B"/>
                          </a:solidFill>
                          <a:latin typeface="Malgun Gothic"/>
                          <a:ea typeface="Malgun Gothic"/>
                          <a:cs typeface="Malgun Gothic"/>
                        </a:rPr>
                        <a:t>벡터</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1950" b="0">
                          <a:solidFill>
                            <a:srgbClr val="17212B"/>
                          </a:solidFill>
                          <a:latin typeface="Times New Roman"/>
                          <a:ea typeface="Times New Roman"/>
                          <a:cs typeface="Times New Roman"/>
                        </a:rPr>
                        <a:t>12/24</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950" b="0">
                          <a:solidFill>
                            <a:srgbClr val="17212B"/>
                          </a:solidFill>
                          <a:latin typeface="Times New Roman"/>
                          <a:ea typeface="Times New Roman"/>
                          <a:cs typeface="Times New Roman"/>
                        </a:rPr>
                        <a:t>2/12</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950" b="0">
                          <a:solidFill>
                            <a:srgbClr val="17212B"/>
                          </a:solidFill>
                          <a:latin typeface="Times New Roman"/>
                          <a:ea typeface="Times New Roman"/>
                          <a:cs typeface="Times New Roman"/>
                        </a:rPr>
                        <a:t>24/24</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950" b="0">
                          <a:solidFill>
                            <a:srgbClr val="17212B"/>
                          </a:solidFill>
                          <a:latin typeface="Times New Roman"/>
                          <a:ea typeface="Times New Roman"/>
                          <a:cs typeface="Times New Roman"/>
                        </a:rPr>
                        <a:t>8 / 0</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r h="563563">
                <a:tc>
                  <a:txBody>
                    <a:bodyPr/>
                    <a:lstStyle/>
                    <a:p>
                      <a:r>
                        <a:rPr sz="1950" b="0">
                          <a:solidFill>
                            <a:srgbClr val="17212B"/>
                          </a:solidFill>
                          <a:latin typeface="Times New Roman"/>
                          <a:ea typeface="Times New Roman"/>
                          <a:cs typeface="Times New Roman"/>
                        </a:rPr>
                        <a:t>H </a:t>
                      </a:r>
                      <a:r>
                        <a:rPr sz="1950" b="0">
                          <a:solidFill>
                            <a:srgbClr val="17212B"/>
                          </a:solidFill>
                          <a:latin typeface="Malgun Gothic"/>
                          <a:ea typeface="Malgun Gothic"/>
                          <a:cs typeface="Malgun Gothic"/>
                        </a:rPr>
                        <a:t>결합</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17/24</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6/12</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24/24</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5 / 0</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563563">
                <a:tc>
                  <a:txBody>
                    <a:bodyPr/>
                    <a:lstStyle/>
                    <a:p>
                      <a:r>
                        <a:rPr sz="1950" b="0">
                          <a:solidFill>
                            <a:srgbClr val="17212B"/>
                          </a:solidFill>
                          <a:latin typeface="Times New Roman"/>
                          <a:ea typeface="Times New Roman"/>
                          <a:cs typeface="Times New Roman"/>
                        </a:rPr>
                        <a:t>G Qwen4B</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1950" b="0">
                          <a:solidFill>
                            <a:srgbClr val="17212B"/>
                          </a:solidFill>
                          <a:latin typeface="Times New Roman"/>
                          <a:ea typeface="Times New Roman"/>
                          <a:cs typeface="Times New Roman"/>
                        </a:rPr>
                        <a:t>23/24</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950" b="0">
                          <a:solidFill>
                            <a:srgbClr val="17212B"/>
                          </a:solidFill>
                          <a:latin typeface="Times New Roman"/>
                          <a:ea typeface="Times New Roman"/>
                          <a:cs typeface="Times New Roman"/>
                        </a:rPr>
                        <a:t>11/12</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950" b="0">
                          <a:solidFill>
                            <a:srgbClr val="17212B"/>
                          </a:solidFill>
                          <a:latin typeface="Times New Roman"/>
                          <a:ea typeface="Times New Roman"/>
                          <a:cs typeface="Times New Roman"/>
                        </a:rPr>
                        <a:t>24/24</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950" b="0">
                          <a:solidFill>
                            <a:srgbClr val="17212B"/>
                          </a:solidFill>
                          <a:latin typeface="Times New Roman"/>
                          <a:ea typeface="Times New Roman"/>
                          <a:cs typeface="Times New Roman"/>
                        </a:rPr>
                        <a:t>0 / 0</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r h="563563">
                <a:tc>
                  <a:txBody>
                    <a:bodyPr/>
                    <a:lstStyle/>
                    <a:p>
                      <a:r>
                        <a:rPr sz="1950" b="0">
                          <a:solidFill>
                            <a:srgbClr val="17212B"/>
                          </a:solidFill>
                          <a:latin typeface="Times New Roman"/>
                          <a:ea typeface="Times New Roman"/>
                          <a:cs typeface="Times New Roman"/>
                        </a:rPr>
                        <a:t>HC Clef</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23/24</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11/12</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24/24</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950" b="0">
                          <a:solidFill>
                            <a:srgbClr val="17212B"/>
                          </a:solidFill>
                          <a:latin typeface="Times New Roman"/>
                          <a:ea typeface="Times New Roman"/>
                          <a:cs typeface="Times New Roman"/>
                        </a:rPr>
                        <a:t>1 / 0</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2F86730-A41D-4ECF-A142-4D113530F867}"/>
              </a:ext>
            </a:extLst>
          </p:cNvPr>
          <p:cNvSpPr>
            <a:spLocks xmlns:a="http://schemas.openxmlformats.org/drawingml/2006/main" noGrp="1"/>
          </p:cNvSpPr>
          <p:nvPr/>
        </p:nvSpPr>
        <p:spPr>
          <a:xfrm xmlns:a="http://schemas.openxmlformats.org/drawingml/2006/main">
            <a:off x="609600" y="5334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26171"/>
                </a:solidFill>
              </a:defRPr>
            </a:defPPr>
          </a:lstStyle>
          <a:p xmlns:a="http://schemas.openxmlformats.org/drawingml/2006/main">
            <a:pPr>
              <a:defRPr sz="1725" b="0">
                <a:solidFill>
                  <a:srgbClr val="526171"/>
                </a:solidFill>
              </a:defRPr>
            </a:pPr>
            <a:r>
              <a:rPr sz="1725" b="0">
                <a:solidFill>
                  <a:srgbClr val="526171"/>
                </a:solidFill>
                <a:latin typeface="Malgun Gothic"/>
                <a:ea typeface="Malgun Gothic"/>
                <a:cs typeface="Malgun Gothic"/>
              </a:rPr>
              <a:t>조건</a:t>
            </a:r>
            <a:r>
              <a:rPr sz="1725" b="0">
                <a:solidFill>
                  <a:srgbClr val="526171"/>
                </a:solidFill>
                <a:latin typeface="Times New Roman"/>
                <a:ea typeface="Times New Roman"/>
                <a:cs typeface="Times New Roman"/>
              </a:rPr>
              <a:t>24 · </a:t>
            </a:r>
            <a:r>
              <a:rPr sz="1725" b="0">
                <a:solidFill>
                  <a:srgbClr val="526171"/>
                </a:solidFill>
                <a:latin typeface="Malgun Gothic"/>
                <a:ea typeface="Malgun Gothic"/>
                <a:cs typeface="Malgun Gothic"/>
              </a:rPr>
              <a:t>대조쌍</a:t>
            </a:r>
            <a:r>
              <a:rPr sz="1725" b="0">
                <a:solidFill>
                  <a:srgbClr val="526171"/>
                </a:solidFill>
                <a:latin typeface="Times New Roman"/>
                <a:ea typeface="Times New Roman"/>
                <a:cs typeface="Times New Roman"/>
              </a:rPr>
              <a:t>12 · </a:t>
            </a:r>
            <a:r>
              <a:rPr sz="1725" b="0">
                <a:solidFill>
                  <a:srgbClr val="526171"/>
                </a:solidFill>
                <a:latin typeface="Malgun Gothic"/>
                <a:ea typeface="Malgun Gothic"/>
                <a:cs typeface="Malgun Gothic"/>
              </a:rPr>
              <a:t>생성군</a:t>
            </a:r>
            <a:r>
              <a:rPr sz="1725" b="0">
                <a:solidFill>
                  <a:srgbClr val="526171"/>
                </a:solidFill>
                <a:latin typeface="Times New Roman"/>
                <a:ea typeface="Times New Roman"/>
                <a:cs typeface="Times New Roman"/>
              </a:rPr>
              <a:t>6. </a:t>
            </a:r>
            <a:r>
              <a:rPr sz="1725" b="0">
                <a:solidFill>
                  <a:srgbClr val="526171"/>
                </a:solidFill>
                <a:latin typeface="Malgun Gothic"/>
                <a:ea typeface="Malgun Gothic"/>
                <a:cs typeface="Malgun Gothic"/>
              </a:rPr>
              <a:t>반대조건</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대조상대</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선택</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근거</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없음</a:t>
            </a:r>
            <a:r>
              <a:rPr sz="1725" b="0">
                <a:solidFill>
                  <a:srgbClr val="526171"/>
                </a:solidFill>
                <a:latin typeface="Times New Roman"/>
                <a:ea typeface="Times New Roman"/>
                <a:cs typeface="Times New Roman"/>
              </a:rPr>
              <a:t>·</a:t>
            </a:r>
            <a:r>
              <a:rPr sz="1725" b="0">
                <a:solidFill>
                  <a:srgbClr val="526171"/>
                </a:solidFill>
                <a:latin typeface="Malgun Gothic"/>
                <a:ea typeface="Malgun Gothic"/>
                <a:cs typeface="Malgun Gothic"/>
              </a:rPr>
              <a:t>정확조회는</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별첨</a:t>
            </a:r>
            <a:br>
              <a:rPr sz="1725" b="0">
                <a:solidFill>
                  <a:srgbClr val="526171"/>
                </a:solidFill>
                <a:latin typeface="Times New Roman"/>
                <a:ea typeface="Times New Roman"/>
                <a:cs typeface="Times New Roman"/>
              </a:rPr>
            </a:br>
            <a:r>
              <a:rPr sz="1725" b="0">
                <a:solidFill>
                  <a:srgbClr val="526171"/>
                </a:solidFill>
                <a:latin typeface="Malgun Gothic"/>
                <a:ea typeface="Malgun Gothic"/>
                <a:cs typeface="Malgun Gothic"/>
              </a:rPr>
              <a:t>범용</a:t>
            </a:r>
            <a:r>
              <a:rPr sz="1725" b="0">
                <a:solidFill>
                  <a:srgbClr val="526171"/>
                </a:solidFill>
                <a:latin typeface="Times New Roman"/>
                <a:ea typeface="Times New Roman"/>
                <a:cs typeface="Times New Roman"/>
              </a:rPr>
              <a:t> Qwen</a:t>
            </a:r>
            <a:r>
              <a:rPr sz="1725" b="0">
                <a:solidFill>
                  <a:srgbClr val="526171"/>
                </a:solidFill>
                <a:latin typeface="Malgun Gothic"/>
                <a:ea typeface="Malgun Gothic"/>
                <a:cs typeface="Malgun Gothic"/>
              </a:rPr>
              <a:t>과</a:t>
            </a:r>
            <a:r>
              <a:rPr sz="1725" b="0">
                <a:solidFill>
                  <a:srgbClr val="526171"/>
                </a:solidFill>
                <a:latin typeface="Times New Roman"/>
                <a:ea typeface="Times New Roman"/>
                <a:cs typeface="Times New Roman"/>
              </a:rPr>
              <a:t> Clef</a:t>
            </a:r>
            <a:r>
              <a:rPr sz="1725" b="0">
                <a:solidFill>
                  <a:srgbClr val="526171"/>
                </a:solidFill>
                <a:latin typeface="Malgun Gothic"/>
                <a:ea typeface="Malgun Gothic"/>
                <a:cs typeface="Malgun Gothic"/>
              </a:rPr>
              <a:t>의</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동일</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점수를</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보편적</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동등성</a:t>
            </a:r>
            <a:r>
              <a:rPr sz="1725" b="0">
                <a:solidFill>
                  <a:srgbClr val="526171"/>
                </a:solidFill>
                <a:latin typeface="Times New Roman"/>
                <a:ea typeface="Times New Roman"/>
                <a:cs typeface="Times New Roman"/>
              </a:rPr>
              <a:t>·Clef </a:t>
            </a:r>
            <a:r>
              <a:rPr sz="1725" b="0">
                <a:solidFill>
                  <a:srgbClr val="526171"/>
                </a:solidFill>
                <a:latin typeface="Malgun Gothic"/>
                <a:ea typeface="Malgun Gothic"/>
                <a:cs typeface="Malgun Gothic"/>
              </a:rPr>
              <a:t>고유</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우위로</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해석하지</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않음</a:t>
            </a:r>
          </a:p>
        </p:txBody>
      </p:sp>
    </p:spTree>
    <p:extLst>
      <p:ext uri="{BB962C8B-B14F-4D97-AF65-F5344CB8AC3E}">
        <p14:creationId xmlns:p14="http://schemas.microsoft.com/office/powerpoint/2010/main" val="16262454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F24CDC-84CC-453C-B931-4FCF29345E09}"/>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답변과</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전체</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처리</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비용까지</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확인했습니다</a:t>
            </a:r>
          </a:p>
        </p:txBody>
      </p:sp>
      <p:sp>
        <p:nvSpPr>
          <p:cNvPr id="2" name="">
            <a:extLst xmlns:a="http://schemas.openxmlformats.org/drawingml/2006/main">
              <a:ext uri="{FF2B5EF4-FFF2-40B4-BE49-F238E27FC236}">
                <a16:creationId xmlns:a16="http://schemas.microsoft.com/office/drawing/2014/main" id="{C29ACCE2-76EA-411F-B417-878D65EABDDD}"/>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answer_summary.csv · 5</a:t>
            </a:r>
          </a:p>
        </p:txBody>
      </p:sp>
      <p:graphicFrame>
        <p:nvGraphicFramePr>
          <p:cNvPr id="3" name="">
            <a:extLst xmlns:a="http://schemas.openxmlformats.org/drawingml/2006/main">
              <a:ext uri="{FF2B5EF4-FFF2-40B4-BE49-F238E27FC236}">
                <a16:creationId xmlns:a16="http://schemas.microsoft.com/office/drawing/2014/main" id="{2CA73868-4C3C-402F-A79B-64A09EFFCDBF}"/>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a:tblGrid>
                <a:gridCol w="1714500"/>
                <a:gridCol w="2667000"/>
                <a:gridCol w="1619250"/>
                <a:gridCol w="1809750"/>
                <a:gridCol w="3162300"/>
              </a:tblGrid>
              <a:tr h="678656">
                <a:tc>
                  <a:txBody>
                    <a:bodyPr/>
                    <a:lstStyle/>
                    <a:p>
                      <a:r>
                        <a:rPr sz="1875" b="1">
                          <a:solidFill>
                            <a:srgbClr val="FFFFFF"/>
                          </a:solidFill>
                          <a:latin typeface="Malgun Gothic"/>
                          <a:ea typeface="Malgun Gothic"/>
                          <a:cs typeface="Malgun Gothic"/>
                        </a:rPr>
                        <a:t>답변</a:t>
                      </a:r>
                      <a:r>
                        <a:rPr sz="1875" b="1">
                          <a:solidFill>
                            <a:srgbClr val="FFFFFF"/>
                          </a:solidFill>
                          <a:latin typeface="Times New Roman"/>
                          <a:ea typeface="Times New Roman"/>
                          <a:cs typeface="Times New Roman"/>
                        </a:rPr>
                        <a:t> </a:t>
                      </a:r>
                      <a:r>
                        <a:rPr sz="1875" b="1">
                          <a:solidFill>
                            <a:srgbClr val="FFFFFF"/>
                          </a:solidFill>
                          <a:latin typeface="Malgun Gothic"/>
                          <a:ea typeface="Malgun Gothic"/>
                          <a:cs typeface="Malgun Gothic"/>
                        </a:rPr>
                        <a:t>구성</a:t>
                      </a:r>
                    </a:p>
                  </a:txBody>
                  <a:tcPr marL="91440" marR="91440" marT="45720" marB="45720" anchor="ctr">
                    <a:lnL w="9525">
                      <a:solidFill>
                        <a:srgbClr val="D8E0E8"/>
                      </a:solidFill>
                      <a:prstDash val="solid"/>
                    </a:lnL>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875" b="1">
                          <a:solidFill>
                            <a:srgbClr val="FFFFFF"/>
                          </a:solidFill>
                          <a:latin typeface="Malgun Gothic"/>
                          <a:ea typeface="Malgun Gothic"/>
                          <a:cs typeface="Malgun Gothic"/>
                        </a:rPr>
                        <a:t>기계확인</a:t>
                      </a:r>
                      <a:r>
                        <a:rPr sz="1875" b="1">
                          <a:solidFill>
                            <a:srgbClr val="FFFFFF"/>
                          </a:solidFill>
                          <a:latin typeface="Times New Roman"/>
                          <a:ea typeface="Times New Roman"/>
                          <a:cs typeface="Times New Roman"/>
                        </a:rPr>
                        <a:t> </a:t>
                      </a:r>
                      <a:r>
                        <a:rPr sz="1875" b="1">
                          <a:solidFill>
                            <a:srgbClr val="FFFFFF"/>
                          </a:solidFill>
                          <a:latin typeface="Malgun Gothic"/>
                          <a:ea typeface="Malgun Gothic"/>
                          <a:cs typeface="Malgun Gothic"/>
                        </a:rPr>
                        <a:t>사실충족</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875" b="1">
                          <a:solidFill>
                            <a:srgbClr val="FFFFFF"/>
                          </a:solidFill>
                          <a:latin typeface="Times New Roman"/>
                          <a:ea typeface="Times New Roman"/>
                          <a:cs typeface="Times New Roman"/>
                        </a:rPr>
                        <a:t>unknown</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875" b="1">
                          <a:solidFill>
                            <a:srgbClr val="FFFFFF"/>
                          </a:solidFill>
                          <a:latin typeface="Malgun Gothic"/>
                          <a:ea typeface="Malgun Gothic"/>
                          <a:cs typeface="Malgun Gothic"/>
                        </a:rPr>
                        <a:t>실패</a:t>
                      </a:r>
                      <a:r>
                        <a:rPr sz="1875" b="1">
                          <a:solidFill>
                            <a:srgbClr val="FFFFFF"/>
                          </a:solidFill>
                          <a:latin typeface="Times New Roman"/>
                          <a:ea typeface="Times New Roman"/>
                          <a:cs typeface="Times New Roman"/>
                        </a:rPr>
                        <a:t>·</a:t>
                      </a:r>
                      <a:r>
                        <a:rPr sz="1875" b="1">
                          <a:solidFill>
                            <a:srgbClr val="FFFFFF"/>
                          </a:solidFill>
                          <a:latin typeface="Malgun Gothic"/>
                          <a:ea typeface="Malgun Gothic"/>
                          <a:cs typeface="Malgun Gothic"/>
                        </a:rPr>
                        <a:t>거절</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875" b="1">
                          <a:solidFill>
                            <a:srgbClr val="FFFFFF"/>
                          </a:solidFill>
                          <a:latin typeface="Malgun Gothic"/>
                          <a:ea typeface="Malgun Gothic"/>
                          <a:cs typeface="Malgun Gothic"/>
                        </a:rPr>
                        <a:t>전체</a:t>
                      </a:r>
                      <a:r>
                        <a:rPr sz="1875" b="1">
                          <a:solidFill>
                            <a:srgbClr val="FFFFFF"/>
                          </a:solidFill>
                          <a:latin typeface="Times New Roman"/>
                          <a:ea typeface="Times New Roman"/>
                          <a:cs typeface="Times New Roman"/>
                        </a:rPr>
                        <a:t> </a:t>
                      </a:r>
                      <a:r>
                        <a:rPr sz="1875" b="1">
                          <a:solidFill>
                            <a:srgbClr val="FFFFFF"/>
                          </a:solidFill>
                          <a:latin typeface="Malgun Gothic"/>
                          <a:ea typeface="Malgun Gothic"/>
                          <a:cs typeface="Malgun Gothic"/>
                        </a:rPr>
                        <a:t>중앙시간</a:t>
                      </a:r>
                      <a:r>
                        <a:rPr sz="1875" b="1">
                          <a:solidFill>
                            <a:srgbClr val="FFFFFF"/>
                          </a:solidFill>
                          <a:latin typeface="Times New Roman"/>
                          <a:ea typeface="Times New Roman"/>
                          <a:cs typeface="Times New Roman"/>
                        </a:rPr>
                        <a:t>(</a:t>
                      </a:r>
                      <a:r>
                        <a:rPr sz="1875" b="1">
                          <a:solidFill>
                            <a:srgbClr val="FFFFFF"/>
                          </a:solidFill>
                          <a:latin typeface="Malgun Gothic"/>
                          <a:ea typeface="Malgun Gothic"/>
                          <a:cs typeface="Malgun Gothic"/>
                        </a:rPr>
                        <a:t>초</a:t>
                      </a:r>
                      <a:r>
                        <a:rPr sz="1875" b="1">
                          <a:solidFill>
                            <a:srgbClr val="FFFFFF"/>
                          </a:solidFill>
                          <a:latin typeface="Times New Roman"/>
                          <a:ea typeface="Times New Roman"/>
                          <a:cs typeface="Times New Roman"/>
                        </a:rPr>
                        <a:t>)</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r>
              <a:tr h="678656">
                <a:tc>
                  <a:txBody>
                    <a:bodyPr/>
                    <a:lstStyle/>
                    <a:p>
                      <a:r>
                        <a:rPr sz="1875" b="0">
                          <a:solidFill>
                            <a:srgbClr val="17212B"/>
                          </a:solidFill>
                          <a:latin typeface="Times New Roman"/>
                          <a:ea typeface="Times New Roman"/>
                          <a:cs typeface="Times New Roman"/>
                        </a:rPr>
                        <a:t>H </a:t>
                      </a:r>
                      <a:r>
                        <a:rPr sz="1875" b="0">
                          <a:solidFill>
                            <a:srgbClr val="17212B"/>
                          </a:solidFill>
                          <a:latin typeface="Malgun Gothic"/>
                          <a:ea typeface="Malgun Gothic"/>
                          <a:cs typeface="Malgun Gothic"/>
                        </a:rPr>
                        <a:t>상위</a:t>
                      </a:r>
                      <a:r>
                        <a:rPr sz="1875" b="0">
                          <a:solidFill>
                            <a:srgbClr val="17212B"/>
                          </a:solidFill>
                          <a:latin typeface="Times New Roman"/>
                          <a:ea typeface="Times New Roman"/>
                          <a:cs typeface="Times New Roman"/>
                        </a:rPr>
                        <a:t>3</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2/8</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5</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1</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82.8</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678656">
                <a:tc>
                  <a:txBody>
                    <a:bodyPr/>
                    <a:lstStyle/>
                    <a:p>
                      <a:r>
                        <a:rPr sz="1875" b="0">
                          <a:solidFill>
                            <a:srgbClr val="17212B"/>
                          </a:solidFill>
                          <a:latin typeface="Times New Roman"/>
                          <a:ea typeface="Times New Roman"/>
                          <a:cs typeface="Times New Roman"/>
                        </a:rPr>
                        <a:t>Clef </a:t>
                      </a:r>
                      <a:r>
                        <a:rPr sz="1875" b="0">
                          <a:solidFill>
                            <a:srgbClr val="17212B"/>
                          </a:solidFill>
                          <a:latin typeface="Malgun Gothic"/>
                          <a:ea typeface="Malgun Gothic"/>
                          <a:cs typeface="Malgun Gothic"/>
                        </a:rPr>
                        <a:t>후</a:t>
                      </a:r>
                      <a:r>
                        <a:rPr sz="1875" b="0">
                          <a:solidFill>
                            <a:srgbClr val="17212B"/>
                          </a:solidFill>
                          <a:latin typeface="Times New Roman"/>
                          <a:ea typeface="Times New Roman"/>
                          <a:cs typeface="Times New Roman"/>
                        </a:rPr>
                        <a:t>3</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1875" b="0">
                          <a:solidFill>
                            <a:srgbClr val="17212B"/>
                          </a:solidFill>
                          <a:latin typeface="Times New Roman"/>
                          <a:ea typeface="Times New Roman"/>
                          <a:cs typeface="Times New Roman"/>
                        </a:rPr>
                        <a:t>3/8</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875" b="0">
                          <a:solidFill>
                            <a:srgbClr val="17212B"/>
                          </a:solidFill>
                          <a:latin typeface="Times New Roman"/>
                          <a:ea typeface="Times New Roman"/>
                          <a:cs typeface="Times New Roman"/>
                        </a:rPr>
                        <a:t>4</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875" b="0">
                          <a:solidFill>
                            <a:srgbClr val="17212B"/>
                          </a:solidFill>
                          <a:latin typeface="Times New Roman"/>
                          <a:ea typeface="Times New Roman"/>
                          <a:cs typeface="Times New Roman"/>
                        </a:rPr>
                        <a:t>1</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875" b="0">
                          <a:solidFill>
                            <a:srgbClr val="17212B"/>
                          </a:solidFill>
                          <a:latin typeface="Times New Roman"/>
                          <a:ea typeface="Times New Roman"/>
                          <a:cs typeface="Times New Roman"/>
                        </a:rPr>
                        <a:t>157.7</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r h="678656">
                <a:tc>
                  <a:txBody>
                    <a:bodyPr/>
                    <a:lstStyle/>
                    <a:p>
                      <a:r>
                        <a:rPr sz="1875" b="0">
                          <a:solidFill>
                            <a:srgbClr val="17212B"/>
                          </a:solidFill>
                          <a:latin typeface="Times New Roman"/>
                          <a:ea typeface="Times New Roman"/>
                          <a:cs typeface="Times New Roman"/>
                        </a:rPr>
                        <a:t>H </a:t>
                      </a:r>
                      <a:r>
                        <a:rPr sz="1875" b="0">
                          <a:solidFill>
                            <a:srgbClr val="17212B"/>
                          </a:solidFill>
                          <a:latin typeface="Malgun Gothic"/>
                          <a:ea typeface="Malgun Gothic"/>
                          <a:cs typeface="Malgun Gothic"/>
                        </a:rPr>
                        <a:t>상위</a:t>
                      </a:r>
                      <a:r>
                        <a:rPr sz="1875" b="0">
                          <a:solidFill>
                            <a:srgbClr val="17212B"/>
                          </a:solidFill>
                          <a:latin typeface="Times New Roman"/>
                          <a:ea typeface="Times New Roman"/>
                          <a:cs typeface="Times New Roman"/>
                        </a:rPr>
                        <a:t>5</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3/8</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3</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2</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117.4</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39A1140-758D-4258-9D83-AF4E38F8D277}"/>
              </a:ext>
            </a:extLst>
          </p:cNvPr>
          <p:cNvSpPr>
            <a:spLocks xmlns:a="http://schemas.openxmlformats.org/drawingml/2006/main" noGrp="1"/>
          </p:cNvSpPr>
          <p:nvPr/>
        </p:nvSpPr>
        <p:spPr>
          <a:xfrm xmlns:a="http://schemas.openxmlformats.org/drawingml/2006/main">
            <a:off x="609600" y="4857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0969DA"/>
                </a:solidFill>
              </a:defRPr>
            </a:defPPr>
          </a:lstStyle>
          <a:p xmlns:a="http://schemas.openxmlformats.org/drawingml/2006/main">
            <a:pPr>
              <a:defRPr sz="1950" b="1">
                <a:solidFill>
                  <a:srgbClr val="0969DA"/>
                </a:solidFill>
              </a:defRPr>
            </a:pPr>
            <a:r>
              <a:rPr sz="1950" b="1">
                <a:solidFill>
                  <a:srgbClr val="0969DA"/>
                </a:solidFill>
                <a:latin typeface="Malgun Gothic"/>
                <a:ea typeface="Malgun Gothic"/>
                <a:cs typeface="Malgun Gothic"/>
              </a:rPr>
              <a:t>같은</a:t>
            </a:r>
            <a:r>
              <a:rPr sz="1950" b="1">
                <a:solidFill>
                  <a:srgbClr val="0969DA"/>
                </a:solidFill>
                <a:latin typeface="Times New Roman"/>
                <a:ea typeface="Times New Roman"/>
                <a:cs typeface="Times New Roman"/>
              </a:rPr>
              <a:t>8</a:t>
            </a:r>
            <a:r>
              <a:rPr sz="1950" b="1">
                <a:solidFill>
                  <a:srgbClr val="0969DA"/>
                </a:solidFill>
                <a:latin typeface="Malgun Gothic"/>
                <a:ea typeface="Malgun Gothic"/>
                <a:cs typeface="Malgun Gothic"/>
              </a:rPr>
              <a:t>질문</a:t>
            </a:r>
            <a:r>
              <a:rPr sz="1950" b="1">
                <a:solidFill>
                  <a:srgbClr val="0969DA"/>
                </a:solidFill>
                <a:latin typeface="Times New Roman"/>
                <a:ea typeface="Times New Roman"/>
                <a:cs typeface="Times New Roman"/>
              </a:rPr>
              <a:t> · </a:t>
            </a:r>
            <a:r>
              <a:rPr sz="1950" b="1">
                <a:solidFill>
                  <a:srgbClr val="0969DA"/>
                </a:solidFill>
                <a:latin typeface="Malgun Gothic"/>
                <a:ea typeface="Malgun Gothic"/>
                <a:cs typeface="Malgun Gothic"/>
              </a:rPr>
              <a:t>실제</a:t>
            </a:r>
            <a:r>
              <a:rPr sz="1950" b="1">
                <a:solidFill>
                  <a:srgbClr val="0969DA"/>
                </a:solidFill>
                <a:latin typeface="Times New Roman"/>
                <a:ea typeface="Times New Roman"/>
                <a:cs typeface="Times New Roman"/>
              </a:rPr>
              <a:t>31</a:t>
            </a:r>
            <a:r>
              <a:rPr sz="1950" b="1">
                <a:solidFill>
                  <a:srgbClr val="0969DA"/>
                </a:solidFill>
                <a:latin typeface="Malgun Gothic"/>
                <a:ea typeface="Malgun Gothic"/>
                <a:cs typeface="Malgun Gothic"/>
              </a:rPr>
              <a:t>호출</a:t>
            </a:r>
            <a:r>
              <a:rPr sz="1950" b="1">
                <a:solidFill>
                  <a:srgbClr val="0969DA"/>
                </a:solidFill>
                <a:latin typeface="Times New Roman"/>
                <a:ea typeface="Times New Roman"/>
                <a:cs typeface="Times New Roman"/>
              </a:rPr>
              <a:t>(</a:t>
            </a:r>
            <a:r>
              <a:rPr sz="1950" b="1">
                <a:solidFill>
                  <a:srgbClr val="0969DA"/>
                </a:solidFill>
                <a:latin typeface="Malgun Gothic"/>
                <a:ea typeface="Malgun Gothic"/>
                <a:cs typeface="Malgun Gothic"/>
              </a:rPr>
              <a:t>보정</a:t>
            </a:r>
            <a:r>
              <a:rPr sz="1950" b="1">
                <a:solidFill>
                  <a:srgbClr val="0969DA"/>
                </a:solidFill>
                <a:latin typeface="Times New Roman"/>
                <a:ea typeface="Times New Roman"/>
                <a:cs typeface="Times New Roman"/>
              </a:rPr>
              <a:t>7</a:t>
            </a:r>
            <a:r>
              <a:rPr sz="1950" b="1">
                <a:solidFill>
                  <a:srgbClr val="0969DA"/>
                </a:solidFill>
                <a:latin typeface="Malgun Gothic"/>
                <a:ea typeface="Malgun Gothic"/>
                <a:cs typeface="Malgun Gothic"/>
              </a:rPr>
              <a:t>회</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포함</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상한</a:t>
            </a:r>
            <a:r>
              <a:rPr sz="1950" b="1">
                <a:solidFill>
                  <a:srgbClr val="0969DA"/>
                </a:solidFill>
                <a:latin typeface="Times New Roman"/>
                <a:ea typeface="Times New Roman"/>
                <a:cs typeface="Times New Roman"/>
              </a:rPr>
              <a:t>48)</a:t>
            </a:r>
            <a:br>
              <a:rPr sz="1950" b="1">
                <a:solidFill>
                  <a:srgbClr val="0969DA"/>
                </a:solidFill>
                <a:latin typeface="Times New Roman"/>
                <a:ea typeface="Times New Roman"/>
                <a:cs typeface="Times New Roman"/>
              </a:rPr>
            </a:br>
            <a:r>
              <a:rPr sz="1950" b="1">
                <a:solidFill>
                  <a:srgbClr val="0969DA"/>
                </a:solidFill>
                <a:latin typeface="Times New Roman"/>
                <a:ea typeface="Times New Roman"/>
                <a:cs typeface="Times New Roman"/>
              </a:rPr>
              <a:t>H5</a:t>
            </a:r>
            <a:r>
              <a:rPr sz="1950" b="1">
                <a:solidFill>
                  <a:srgbClr val="0969DA"/>
                </a:solidFill>
                <a:latin typeface="Malgun Gothic"/>
                <a:ea typeface="Malgun Gothic"/>
                <a:cs typeface="Malgun Gothic"/>
              </a:rPr>
              <a:t>는</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근거</a:t>
            </a:r>
            <a:r>
              <a:rPr sz="1950" b="1">
                <a:solidFill>
                  <a:srgbClr val="0969DA"/>
                </a:solidFill>
                <a:latin typeface="Times New Roman"/>
                <a:ea typeface="Times New Roman"/>
                <a:cs typeface="Times New Roman"/>
              </a:rPr>
              <a:t>5</a:t>
            </a:r>
            <a:r>
              <a:rPr sz="1950" b="1">
                <a:solidFill>
                  <a:srgbClr val="0969DA"/>
                </a:solidFill>
                <a:latin typeface="Malgun Gothic"/>
                <a:ea typeface="Malgun Gothic"/>
                <a:cs typeface="Malgun Gothic"/>
              </a:rPr>
              <a:t>개</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대안이며</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문맥</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보호로</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실제</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출력</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한도가</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더</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줄</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수</a:t>
            </a:r>
            <a:r>
              <a:rPr sz="1950" b="1">
                <a:solidFill>
                  <a:srgbClr val="0969DA"/>
                </a:solidFill>
                <a:latin typeface="Times New Roman"/>
                <a:ea typeface="Times New Roman"/>
                <a:cs typeface="Times New Roman"/>
              </a:rPr>
              <a:t> </a:t>
            </a:r>
            <a:r>
              <a:rPr sz="1950" b="1">
                <a:solidFill>
                  <a:srgbClr val="0969DA"/>
                </a:solidFill>
                <a:latin typeface="Malgun Gothic"/>
                <a:ea typeface="Malgun Gothic"/>
                <a:cs typeface="Malgun Gothic"/>
              </a:rPr>
              <a:t>있음</a:t>
            </a:r>
          </a:p>
        </p:txBody>
      </p:sp>
      <p:sp>
        <p:nvSpPr>
          <p:cNvPr id="5" name="">
            <a:extLst xmlns:a="http://schemas.openxmlformats.org/drawingml/2006/main">
              <a:ext uri="{FF2B5EF4-FFF2-40B4-BE49-F238E27FC236}">
                <a16:creationId xmlns:a16="http://schemas.microsoft.com/office/drawing/2014/main" id="{9AD107CD-19C3-4770-B466-C7DD9C9D7DEB}"/>
              </a:ext>
            </a:extLst>
          </p:cNvPr>
          <p:cNvSpPr>
            <a:spLocks xmlns:a="http://schemas.openxmlformats.org/drawingml/2006/main" noGrp="1"/>
          </p:cNvSpPr>
          <p:nvPr/>
        </p:nvSpPr>
        <p:spPr>
          <a:xfrm xmlns:a="http://schemas.openxmlformats.org/drawingml/2006/main">
            <a:off x="609600" y="5810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26171"/>
                </a:solidFill>
              </a:defRPr>
            </a:defPPr>
          </a:lstStyle>
          <a:p xmlns:a="http://schemas.openxmlformats.org/drawingml/2006/main">
            <a:pPr>
              <a:defRPr sz="1575" b="0">
                <a:solidFill>
                  <a:srgbClr val="526171"/>
                </a:solidFill>
              </a:defRPr>
            </a:pPr>
            <a:r>
              <a:rPr sz="1575" b="0">
                <a:solidFill>
                  <a:srgbClr val="526171"/>
                </a:solidFill>
                <a:latin typeface="Times New Roman"/>
                <a:ea typeface="Times New Roman"/>
                <a:cs typeface="Times New Roman"/>
              </a:rPr>
              <a:t>unknown: </a:t>
            </a:r>
            <a:r>
              <a:rPr sz="1575" b="0">
                <a:solidFill>
                  <a:srgbClr val="526171"/>
                </a:solidFill>
                <a:latin typeface="Malgun Gothic"/>
                <a:ea typeface="Malgun Gothic"/>
                <a:cs typeface="Malgun Gothic"/>
              </a:rPr>
              <a:t>자동</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확인</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못한</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의역</a:t>
            </a:r>
            <a:r>
              <a:rPr sz="1575" b="0">
                <a:solidFill>
                  <a:srgbClr val="526171"/>
                </a:solidFill>
                <a:latin typeface="Times New Roman"/>
                <a:ea typeface="Times New Roman"/>
                <a:cs typeface="Times New Roman"/>
              </a:rPr>
              <a:t>·</a:t>
            </a:r>
            <a:r>
              <a:rPr sz="1575" b="0">
                <a:solidFill>
                  <a:srgbClr val="526171"/>
                </a:solidFill>
                <a:latin typeface="Malgun Gothic"/>
                <a:ea typeface="Malgun Gothic"/>
                <a:cs typeface="Malgun Gothic"/>
              </a:rPr>
              <a:t>의미</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정답</a:t>
            </a:r>
            <a:r>
              <a:rPr sz="1575" b="0">
                <a:solidFill>
                  <a:srgbClr val="526171"/>
                </a:solidFill>
                <a:latin typeface="Times New Roman"/>
                <a:ea typeface="Times New Roman"/>
                <a:cs typeface="Times New Roman"/>
              </a:rPr>
              <a:t>·</a:t>
            </a:r>
            <a:r>
              <a:rPr sz="1575" b="0">
                <a:solidFill>
                  <a:srgbClr val="526171"/>
                </a:solidFill>
                <a:latin typeface="Malgun Gothic"/>
                <a:ea typeface="Malgun Gothic"/>
                <a:cs typeface="Malgun Gothic"/>
              </a:rPr>
              <a:t>오답으로</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바꾸지</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않으며</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전체</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의미</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정확도는</a:t>
            </a:r>
            <a:r>
              <a:rPr sz="1575" b="0">
                <a:solidFill>
                  <a:srgbClr val="526171"/>
                </a:solidFill>
                <a:latin typeface="Times New Roman"/>
                <a:ea typeface="Times New Roman"/>
                <a:cs typeface="Times New Roman"/>
              </a:rPr>
              <a:t> </a:t>
            </a:r>
            <a:r>
              <a:rPr sz="1575" b="0">
                <a:solidFill>
                  <a:srgbClr val="526171"/>
                </a:solidFill>
                <a:latin typeface="Malgun Gothic"/>
                <a:ea typeface="Malgun Gothic"/>
                <a:cs typeface="Malgun Gothic"/>
              </a:rPr>
              <a:t>미평가</a:t>
            </a:r>
          </a:p>
        </p:txBody>
      </p:sp>
    </p:spTree>
    <p:extLst>
      <p:ext uri="{BB962C8B-B14F-4D97-AF65-F5344CB8AC3E}">
        <p14:creationId xmlns:p14="http://schemas.microsoft.com/office/powerpoint/2010/main" val="13128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06903C-4E02-42A5-B048-A34D34F3DB57}"/>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상세</a:t>
            </a:r>
            <a:r>
              <a:rPr sz="3000" b="1">
                <a:solidFill>
                  <a:srgbClr val="17212B"/>
                </a:solidFill>
                <a:latin typeface="Times New Roman"/>
                <a:ea typeface="Times New Roman"/>
                <a:cs typeface="Times New Roman"/>
              </a:rPr>
              <a:t>·</a:t>
            </a:r>
            <a:r>
              <a:rPr sz="3000" b="1">
                <a:solidFill>
                  <a:srgbClr val="17212B"/>
                </a:solidFill>
                <a:latin typeface="Malgun Gothic"/>
                <a:ea typeface="Malgun Gothic"/>
                <a:cs typeface="Malgun Gothic"/>
              </a:rPr>
              <a:t>작업</a:t>
            </a:r>
            <a:r>
              <a:rPr sz="3000" b="1">
                <a:solidFill>
                  <a:srgbClr val="17212B"/>
                </a:solidFill>
                <a:latin typeface="Times New Roman"/>
                <a:ea typeface="Times New Roman"/>
                <a:cs typeface="Times New Roman"/>
              </a:rPr>
              <a:t>·</a:t>
            </a:r>
            <a:r>
              <a:rPr sz="3000" b="1">
                <a:solidFill>
                  <a:srgbClr val="17212B"/>
                </a:solidFill>
                <a:latin typeface="Malgun Gothic"/>
                <a:ea typeface="Malgun Gothic"/>
                <a:cs typeface="Malgun Gothic"/>
              </a:rPr>
              <a:t>원문</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셀을</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연결해</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검사합니다</a:t>
            </a:r>
          </a:p>
        </p:txBody>
      </p:sp>
      <p:sp>
        <p:nvSpPr>
          <p:cNvPr id="2" name="">
            <a:extLst xmlns:a="http://schemas.openxmlformats.org/drawingml/2006/main">
              <a:ext uri="{FF2B5EF4-FFF2-40B4-BE49-F238E27FC236}">
                <a16:creationId xmlns:a16="http://schemas.microsoft.com/office/drawing/2014/main" id="{EE6EF3CC-EB01-4B1B-8B33-394E974C73A5}"/>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B_summary.csv · 6</a:t>
            </a:r>
          </a:p>
        </p:txBody>
      </p:sp>
      <p:graphicFrame>
        <p:nvGraphicFramePr>
          <p:cNvPr id="3" name="">
            <a:extLst xmlns:a="http://schemas.openxmlformats.org/drawingml/2006/main">
              <a:ext uri="{FF2B5EF4-FFF2-40B4-BE49-F238E27FC236}">
                <a16:creationId xmlns:a16="http://schemas.microsoft.com/office/drawing/2014/main" id="{7F14B565-05E7-4CD6-8DD4-D5D462B62054}"/>
              </a:ext>
            </a:extLst>
          </p:cNvPr>
          <p:cNvGraphicFramePr/>
          <p:nvPr/>
        </p:nvGraphicFramePr>
        <p:xfrm>
          <a:off xmlns:a="http://schemas.openxmlformats.org/drawingml/2006/main" x="609600" y="1762125"/>
          <a:ext xmlns:a="http://schemas.openxmlformats.org/drawingml/2006/main" cx="10972800" cy="3381375"/>
        </p:xfrm>
        <a:graphic xmlns:a="http://schemas.openxmlformats.org/drawingml/2006/main">
          <a:graphicData uri="http://schemas.openxmlformats.org/drawingml/2006/table">
            <a:tbl>
              <a:tblPr/>
              <a:tblGrid>
                <a:gridCol w="4476750"/>
                <a:gridCol w="2000250"/>
                <a:gridCol w="2333625"/>
                <a:gridCol w="2162175"/>
              </a:tblGrid>
              <a:tr h="676275">
                <a:tc>
                  <a:txBody>
                    <a:bodyPr/>
                    <a:lstStyle/>
                    <a:p>
                      <a:r>
                        <a:rPr sz="2025" b="1">
                          <a:solidFill>
                            <a:srgbClr val="FFFFFF"/>
                          </a:solidFill>
                          <a:latin typeface="Malgun Gothic"/>
                          <a:ea typeface="Malgun Gothic"/>
                          <a:cs typeface="Malgun Gothic"/>
                        </a:rPr>
                        <a:t>단일</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변형</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유형</a:t>
                      </a:r>
                    </a:p>
                  </a:txBody>
                  <a:tcPr marL="91440" marR="91440" marT="45720" marB="45720" anchor="ctr">
                    <a:lnL w="9525">
                      <a:solidFill>
                        <a:srgbClr val="D8E0E8"/>
                      </a:solidFill>
                      <a:prstDash val="solid"/>
                    </a:lnL>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2025" b="1">
                          <a:solidFill>
                            <a:srgbClr val="FFFFFF"/>
                          </a:solidFill>
                          <a:latin typeface="Malgun Gothic"/>
                          <a:ea typeface="Malgun Gothic"/>
                          <a:cs typeface="Malgun Gothic"/>
                        </a:rPr>
                        <a:t>정상</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유지</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2025" b="1">
                          <a:solidFill>
                            <a:srgbClr val="FFFFFF"/>
                          </a:solidFill>
                          <a:latin typeface="Malgun Gothic"/>
                          <a:ea typeface="Malgun Gothic"/>
                          <a:cs typeface="Malgun Gothic"/>
                        </a:rPr>
                        <a:t>주입</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오류</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차단</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2025" b="1">
                          <a:solidFill>
                            <a:srgbClr val="FFFFFF"/>
                          </a:solidFill>
                          <a:latin typeface="Malgun Gothic"/>
                          <a:ea typeface="Malgun Gothic"/>
                          <a:cs typeface="Malgun Gothic"/>
                        </a:rPr>
                        <a:t>주입</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오류</a:t>
                      </a:r>
                      <a:r>
                        <a:rPr sz="2025" b="1">
                          <a:solidFill>
                            <a:srgbClr val="FFFFFF"/>
                          </a:solidFill>
                          <a:latin typeface="Times New Roman"/>
                          <a:ea typeface="Times New Roman"/>
                          <a:cs typeface="Times New Roman"/>
                        </a:rPr>
                        <a:t> </a:t>
                      </a:r>
                      <a:r>
                        <a:rPr sz="2025" b="1">
                          <a:solidFill>
                            <a:srgbClr val="FFFFFF"/>
                          </a:solidFill>
                          <a:latin typeface="Malgun Gothic"/>
                          <a:ea typeface="Malgun Gothic"/>
                          <a:cs typeface="Malgun Gothic"/>
                        </a:rPr>
                        <a:t>통과</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r>
              <a:tr h="676275">
                <a:tc>
                  <a:txBody>
                    <a:bodyPr/>
                    <a:lstStyle/>
                    <a:p>
                      <a:r>
                        <a:rPr sz="2025" b="0">
                          <a:solidFill>
                            <a:srgbClr val="17212B"/>
                          </a:solidFill>
                          <a:latin typeface="Malgun Gothic"/>
                          <a:ea typeface="Malgun Gothic"/>
                          <a:cs typeface="Malgun Gothic"/>
                        </a:rPr>
                        <a:t>상세</a:t>
                      </a:r>
                      <a:r>
                        <a:rPr sz="2025" b="0">
                          <a:solidFill>
                            <a:srgbClr val="17212B"/>
                          </a:solidFill>
                          <a:latin typeface="Times New Roman"/>
                          <a:ea typeface="Times New Roman"/>
                          <a:cs typeface="Times New Roman"/>
                        </a:rPr>
                        <a:t>·</a:t>
                      </a:r>
                      <a:r>
                        <a:rPr sz="2025" b="0">
                          <a:solidFill>
                            <a:srgbClr val="17212B"/>
                          </a:solidFill>
                          <a:latin typeface="Malgun Gothic"/>
                          <a:ea typeface="Malgun Gothic"/>
                          <a:cs typeface="Malgun Gothic"/>
                        </a:rPr>
                        <a:t>셀</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인용</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2025" b="0">
                          <a:solidFill>
                            <a:srgbClr val="17212B"/>
                          </a:solidFill>
                          <a:latin typeface="Times New Roman"/>
                          <a:ea typeface="Times New Roman"/>
                          <a:cs typeface="Times New Roman"/>
                        </a:rPr>
                        <a:t>3/3</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2025" b="0">
                          <a:solidFill>
                            <a:srgbClr val="17212B"/>
                          </a:solidFill>
                          <a:latin typeface="Times New Roman"/>
                          <a:ea typeface="Times New Roman"/>
                          <a:cs typeface="Times New Roman"/>
                        </a:rPr>
                        <a:t>3/3</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2025" b="0">
                          <a:solidFill>
                            <a:srgbClr val="17212B"/>
                          </a:solidFill>
                          <a:latin typeface="Times New Roman"/>
                          <a:ea typeface="Times New Roman"/>
                          <a:cs typeface="Times New Roman"/>
                        </a:rPr>
                        <a:t>0</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676275">
                <a:tc>
                  <a:txBody>
                    <a:bodyPr/>
                    <a:lstStyle/>
                    <a:p>
                      <a:r>
                        <a:rPr sz="2025" b="0">
                          <a:solidFill>
                            <a:srgbClr val="17212B"/>
                          </a:solidFill>
                          <a:latin typeface="Malgun Gothic"/>
                          <a:ea typeface="Malgun Gothic"/>
                          <a:cs typeface="Malgun Gothic"/>
                        </a:rPr>
                        <a:t>수치</a:t>
                      </a:r>
                      <a:r>
                        <a:rPr sz="2025" b="0">
                          <a:solidFill>
                            <a:srgbClr val="17212B"/>
                          </a:solidFill>
                          <a:latin typeface="Times New Roman"/>
                          <a:ea typeface="Times New Roman"/>
                          <a:cs typeface="Times New Roman"/>
                        </a:rPr>
                        <a:t>·</a:t>
                      </a:r>
                      <a:r>
                        <a:rPr sz="2025" b="0">
                          <a:solidFill>
                            <a:srgbClr val="17212B"/>
                          </a:solidFill>
                          <a:latin typeface="Malgun Gothic"/>
                          <a:ea typeface="Malgun Gothic"/>
                          <a:cs typeface="Malgun Gothic"/>
                        </a:rPr>
                        <a:t>단위</a:t>
                      </a:r>
                      <a:r>
                        <a:rPr sz="2025" b="0">
                          <a:solidFill>
                            <a:srgbClr val="17212B"/>
                          </a:solidFill>
                          <a:latin typeface="Times New Roman"/>
                          <a:ea typeface="Times New Roman"/>
                          <a:cs typeface="Times New Roman"/>
                        </a:rPr>
                        <a:t>·</a:t>
                      </a:r>
                      <a:r>
                        <a:rPr sz="2025" b="0">
                          <a:solidFill>
                            <a:srgbClr val="17212B"/>
                          </a:solidFill>
                          <a:latin typeface="Malgun Gothic"/>
                          <a:ea typeface="Malgun Gothic"/>
                          <a:cs typeface="Malgun Gothic"/>
                        </a:rPr>
                        <a:t>날짜</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2025" b="0">
                          <a:solidFill>
                            <a:srgbClr val="17212B"/>
                          </a:solidFill>
                          <a:latin typeface="Times New Roman"/>
                          <a:ea typeface="Times New Roman"/>
                          <a:cs typeface="Times New Roman"/>
                        </a:rPr>
                        <a:t>3/3</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2025" b="0">
                          <a:solidFill>
                            <a:srgbClr val="17212B"/>
                          </a:solidFill>
                          <a:latin typeface="Times New Roman"/>
                          <a:ea typeface="Times New Roman"/>
                          <a:cs typeface="Times New Roman"/>
                        </a:rPr>
                        <a:t>3/3</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2025" b="0">
                          <a:solidFill>
                            <a:srgbClr val="17212B"/>
                          </a:solidFill>
                          <a:latin typeface="Times New Roman"/>
                          <a:ea typeface="Times New Roman"/>
                          <a:cs typeface="Times New Roman"/>
                        </a:rPr>
                        <a:t>0</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r h="676275">
                <a:tc>
                  <a:txBody>
                    <a:bodyPr/>
                    <a:lstStyle/>
                    <a:p>
                      <a:r>
                        <a:rPr sz="2025" b="0">
                          <a:solidFill>
                            <a:srgbClr val="17212B"/>
                          </a:solidFill>
                          <a:latin typeface="Malgun Gothic"/>
                          <a:ea typeface="Malgun Gothic"/>
                          <a:cs typeface="Malgun Gothic"/>
                        </a:rPr>
                        <a:t>다른</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작업</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조치</a:t>
                      </a:r>
                      <a:r>
                        <a:rPr sz="2025" b="0">
                          <a:solidFill>
                            <a:srgbClr val="17212B"/>
                          </a:solidFill>
                          <a:latin typeface="Times New Roman"/>
                          <a:ea typeface="Times New Roman"/>
                          <a:cs typeface="Times New Roman"/>
                        </a:rPr>
                        <a:t> </a:t>
                      </a:r>
                      <a:r>
                        <a:rPr sz="2025" b="0">
                          <a:solidFill>
                            <a:srgbClr val="17212B"/>
                          </a:solidFill>
                          <a:latin typeface="Malgun Gothic"/>
                          <a:ea typeface="Malgun Gothic"/>
                          <a:cs typeface="Malgun Gothic"/>
                        </a:rPr>
                        <a:t>복사</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2025" b="0">
                          <a:solidFill>
                            <a:srgbClr val="17212B"/>
                          </a:solidFill>
                          <a:latin typeface="Times New Roman"/>
                          <a:ea typeface="Times New Roman"/>
                          <a:cs typeface="Times New Roman"/>
                        </a:rPr>
                        <a:t>3/3</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2025" b="0">
                          <a:solidFill>
                            <a:srgbClr val="17212B"/>
                          </a:solidFill>
                          <a:latin typeface="Times New Roman"/>
                          <a:ea typeface="Times New Roman"/>
                          <a:cs typeface="Times New Roman"/>
                        </a:rPr>
                        <a:t>3/3</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2025" b="0">
                          <a:solidFill>
                            <a:srgbClr val="17212B"/>
                          </a:solidFill>
                          <a:latin typeface="Times New Roman"/>
                          <a:ea typeface="Times New Roman"/>
                          <a:cs typeface="Times New Roman"/>
                        </a:rPr>
                        <a:t>0</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676275">
                <a:tc>
                  <a:txBody>
                    <a:bodyPr/>
                    <a:lstStyle/>
                    <a:p>
                      <a:r>
                        <a:rPr sz="2025" b="0">
                          <a:solidFill>
                            <a:srgbClr val="17212B"/>
                          </a:solidFill>
                          <a:latin typeface="Malgun Gothic"/>
                          <a:ea typeface="Malgun Gothic"/>
                          <a:cs typeface="Malgun Gothic"/>
                        </a:rPr>
                        <a:t>예정</a:t>
                      </a:r>
                      <a:r>
                        <a:rPr sz="2025" b="0">
                          <a:solidFill>
                            <a:srgbClr val="17212B"/>
                          </a:solidFill>
                          <a:latin typeface="Times New Roman"/>
                          <a:ea typeface="Times New Roman"/>
                          <a:cs typeface="Times New Roman"/>
                        </a:rPr>
                        <a:t>·</a:t>
                      </a:r>
                      <a:r>
                        <a:rPr sz="2025" b="0">
                          <a:solidFill>
                            <a:srgbClr val="17212B"/>
                          </a:solidFill>
                          <a:latin typeface="Malgun Gothic"/>
                          <a:ea typeface="Malgun Gothic"/>
                          <a:cs typeface="Malgun Gothic"/>
                        </a:rPr>
                        <a:t>미실시</a:t>
                      </a:r>
                      <a:r>
                        <a:rPr sz="2025" b="0">
                          <a:solidFill>
                            <a:srgbClr val="17212B"/>
                          </a:solidFill>
                          <a:latin typeface="Times New Roman"/>
                          <a:ea typeface="Times New Roman"/>
                          <a:cs typeface="Times New Roman"/>
                        </a:rPr>
                        <a:t>·</a:t>
                      </a:r>
                      <a:r>
                        <a:rPr sz="2025" b="0">
                          <a:solidFill>
                            <a:srgbClr val="17212B"/>
                          </a:solidFill>
                          <a:latin typeface="Malgun Gothic"/>
                          <a:ea typeface="Malgun Gothic"/>
                          <a:cs typeface="Malgun Gothic"/>
                        </a:rPr>
                        <a:t>미확인</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2025" b="0">
                          <a:solidFill>
                            <a:srgbClr val="17212B"/>
                          </a:solidFill>
                          <a:latin typeface="Times New Roman"/>
                          <a:ea typeface="Times New Roman"/>
                          <a:cs typeface="Times New Roman"/>
                        </a:rPr>
                        <a:t>3/3</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2025" b="0">
                          <a:solidFill>
                            <a:srgbClr val="17212B"/>
                          </a:solidFill>
                          <a:latin typeface="Times New Roman"/>
                          <a:ea typeface="Times New Roman"/>
                          <a:cs typeface="Times New Roman"/>
                        </a:rPr>
                        <a:t>0/3</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2025" b="0">
                          <a:solidFill>
                            <a:srgbClr val="17212B"/>
                          </a:solidFill>
                          <a:latin typeface="Times New Roman"/>
                          <a:ea typeface="Times New Roman"/>
                          <a:cs typeface="Times New Roman"/>
                        </a:rPr>
                        <a:t>3</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bl>
          </a:graphicData>
        </a:graphic>
      </p:graphicFrame>
      <p:sp>
        <p:nvSpPr>
          <p:cNvPr id="4" name="">
            <a:extLst xmlns:a="http://schemas.openxmlformats.org/drawingml/2006/main">
              <a:ext uri="{FF2B5EF4-FFF2-40B4-BE49-F238E27FC236}">
                <a16:creationId xmlns:a16="http://schemas.microsoft.com/office/drawing/2014/main" id="{3A363573-1FC4-49E5-99C3-66B141F89B03}"/>
              </a:ext>
            </a:extLst>
          </p:cNvPr>
          <p:cNvSpPr>
            <a:spLocks xmlns:a="http://schemas.openxmlformats.org/drawingml/2006/main" noGrp="1"/>
          </p:cNvSpPr>
          <p:nvPr/>
        </p:nvSpPr>
        <p:spPr>
          <a:xfrm xmlns:a="http://schemas.openxmlformats.org/drawingml/2006/main">
            <a:off x="609600" y="54768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26171"/>
                </a:solidFill>
              </a:defRPr>
            </a:defPPr>
          </a:lstStyle>
          <a:p xmlns:a="http://schemas.openxmlformats.org/drawingml/2006/main">
            <a:pPr>
              <a:defRPr sz="1800" b="0">
                <a:solidFill>
                  <a:srgbClr val="526171"/>
                </a:solidFill>
              </a:defRPr>
            </a:pPr>
            <a:r>
              <a:rPr sz="1800" b="0">
                <a:solidFill>
                  <a:srgbClr val="526171"/>
                </a:solidFill>
                <a:latin typeface="Malgun Gothic"/>
                <a:ea typeface="Malgun Gothic"/>
                <a:cs typeface="Malgun Gothic"/>
              </a:rPr>
              <a:t>정상</a:t>
            </a:r>
            <a:r>
              <a:rPr sz="1800" b="0">
                <a:solidFill>
                  <a:srgbClr val="526171"/>
                </a:solidFill>
                <a:latin typeface="Times New Roman"/>
                <a:ea typeface="Times New Roman"/>
                <a:cs typeface="Times New Roman"/>
              </a:rPr>
              <a:t>12 + </a:t>
            </a:r>
            <a:r>
              <a:rPr sz="1800" b="0">
                <a:solidFill>
                  <a:srgbClr val="526171"/>
                </a:solidFill>
                <a:latin typeface="Malgun Gothic"/>
                <a:ea typeface="Malgun Gothic"/>
                <a:cs typeface="Malgun Gothic"/>
              </a:rPr>
              <a:t>대응</a:t>
            </a:r>
            <a:r>
              <a:rPr sz="1800" b="0">
                <a:solidFill>
                  <a:srgbClr val="526171"/>
                </a:solidFill>
                <a:latin typeface="Times New Roman"/>
                <a:ea typeface="Times New Roman"/>
                <a:cs typeface="Times New Roman"/>
              </a:rPr>
              <a:t> </a:t>
            </a:r>
            <a:r>
              <a:rPr sz="1800" b="0">
                <a:solidFill>
                  <a:srgbClr val="526171"/>
                </a:solidFill>
                <a:latin typeface="Malgun Gothic"/>
                <a:ea typeface="Malgun Gothic"/>
                <a:cs typeface="Malgun Gothic"/>
              </a:rPr>
              <a:t>오류</a:t>
            </a:r>
            <a:r>
              <a:rPr sz="1800" b="0">
                <a:solidFill>
                  <a:srgbClr val="526171"/>
                </a:solidFill>
                <a:latin typeface="Times New Roman"/>
                <a:ea typeface="Times New Roman"/>
                <a:cs typeface="Times New Roman"/>
              </a:rPr>
              <a:t>12. </a:t>
            </a:r>
            <a:r>
              <a:rPr sz="1800" b="0">
                <a:solidFill>
                  <a:srgbClr val="526171"/>
                </a:solidFill>
                <a:latin typeface="Malgun Gothic"/>
                <a:ea typeface="Malgun Gothic"/>
                <a:cs typeface="Malgun Gothic"/>
              </a:rPr>
              <a:t>기능</a:t>
            </a:r>
            <a:r>
              <a:rPr sz="1800" b="0">
                <a:solidFill>
                  <a:srgbClr val="526171"/>
                </a:solidFill>
                <a:latin typeface="Times New Roman"/>
                <a:ea typeface="Times New Roman"/>
                <a:cs typeface="Times New Roman"/>
              </a:rPr>
              <a:t> </a:t>
            </a:r>
            <a:r>
              <a:rPr sz="1800" b="0">
                <a:solidFill>
                  <a:srgbClr val="526171"/>
                </a:solidFill>
                <a:latin typeface="Malgun Gothic"/>
                <a:ea typeface="Malgun Gothic"/>
                <a:cs typeface="Malgun Gothic"/>
              </a:rPr>
              <a:t>진단이며</a:t>
            </a:r>
            <a:r>
              <a:rPr sz="1800" b="0">
                <a:solidFill>
                  <a:srgbClr val="526171"/>
                </a:solidFill>
                <a:latin typeface="Times New Roman"/>
                <a:ea typeface="Times New Roman"/>
                <a:cs typeface="Times New Roman"/>
              </a:rPr>
              <a:t> </a:t>
            </a:r>
            <a:r>
              <a:rPr sz="1800" b="0">
                <a:solidFill>
                  <a:srgbClr val="526171"/>
                </a:solidFill>
                <a:latin typeface="Malgun Gothic"/>
                <a:ea typeface="Malgun Gothic"/>
                <a:cs typeface="Malgun Gothic"/>
              </a:rPr>
              <a:t>실제</a:t>
            </a:r>
            <a:r>
              <a:rPr sz="1800" b="0">
                <a:solidFill>
                  <a:srgbClr val="526171"/>
                </a:solidFill>
                <a:latin typeface="Times New Roman"/>
                <a:ea typeface="Times New Roman"/>
                <a:cs typeface="Times New Roman"/>
              </a:rPr>
              <a:t> </a:t>
            </a:r>
            <a:r>
              <a:rPr sz="1800" b="0">
                <a:solidFill>
                  <a:srgbClr val="526171"/>
                </a:solidFill>
                <a:latin typeface="Malgun Gothic"/>
                <a:ea typeface="Malgun Gothic"/>
                <a:cs typeface="Malgun Gothic"/>
              </a:rPr>
              <a:t>모델</a:t>
            </a:r>
            <a:r>
              <a:rPr sz="1800" b="0">
                <a:solidFill>
                  <a:srgbClr val="526171"/>
                </a:solidFill>
                <a:latin typeface="Times New Roman"/>
                <a:ea typeface="Times New Roman"/>
                <a:cs typeface="Times New Roman"/>
              </a:rPr>
              <a:t> </a:t>
            </a:r>
            <a:r>
              <a:rPr sz="1800" b="0">
                <a:solidFill>
                  <a:srgbClr val="526171"/>
                </a:solidFill>
                <a:latin typeface="Malgun Gothic"/>
                <a:ea typeface="Malgun Gothic"/>
                <a:cs typeface="Malgun Gothic"/>
              </a:rPr>
              <a:t>오류율</a:t>
            </a:r>
            <a:r>
              <a:rPr sz="1800" b="0">
                <a:solidFill>
                  <a:srgbClr val="526171"/>
                </a:solidFill>
                <a:latin typeface="Times New Roman"/>
                <a:ea typeface="Times New Roman"/>
                <a:cs typeface="Times New Roman"/>
              </a:rPr>
              <a:t>·</a:t>
            </a:r>
            <a:r>
              <a:rPr sz="1800" b="0">
                <a:solidFill>
                  <a:srgbClr val="526171"/>
                </a:solidFill>
                <a:latin typeface="Malgun Gothic"/>
                <a:ea typeface="Malgun Gothic"/>
                <a:cs typeface="Malgun Gothic"/>
              </a:rPr>
              <a:t>환각</a:t>
            </a:r>
            <a:r>
              <a:rPr sz="1800" b="0">
                <a:solidFill>
                  <a:srgbClr val="526171"/>
                </a:solidFill>
                <a:latin typeface="Times New Roman"/>
                <a:ea typeface="Times New Roman"/>
                <a:cs typeface="Times New Roman"/>
              </a:rPr>
              <a:t>0</a:t>
            </a:r>
            <a:r>
              <a:rPr sz="1800" b="0">
                <a:solidFill>
                  <a:srgbClr val="526171"/>
                </a:solidFill>
                <a:latin typeface="Malgun Gothic"/>
                <a:ea typeface="Malgun Gothic"/>
                <a:cs typeface="Malgun Gothic"/>
              </a:rPr>
              <a:t>의</a:t>
            </a:r>
            <a:r>
              <a:rPr sz="1800" b="0">
                <a:solidFill>
                  <a:srgbClr val="526171"/>
                </a:solidFill>
                <a:latin typeface="Times New Roman"/>
                <a:ea typeface="Times New Roman"/>
                <a:cs typeface="Times New Roman"/>
              </a:rPr>
              <a:t> </a:t>
            </a:r>
            <a:r>
              <a:rPr sz="1800" b="0">
                <a:solidFill>
                  <a:srgbClr val="526171"/>
                </a:solidFill>
                <a:latin typeface="Malgun Gothic"/>
                <a:ea typeface="Malgun Gothic"/>
                <a:cs typeface="Malgun Gothic"/>
              </a:rPr>
              <a:t>증거는</a:t>
            </a:r>
            <a:r>
              <a:rPr sz="1800" b="0">
                <a:solidFill>
                  <a:srgbClr val="526171"/>
                </a:solidFill>
                <a:latin typeface="Times New Roman"/>
                <a:ea typeface="Times New Roman"/>
                <a:cs typeface="Times New Roman"/>
              </a:rPr>
              <a:t> </a:t>
            </a:r>
            <a:r>
              <a:rPr sz="1800" b="0">
                <a:solidFill>
                  <a:srgbClr val="526171"/>
                </a:solidFill>
                <a:latin typeface="Malgun Gothic"/>
                <a:ea typeface="Malgun Gothic"/>
                <a:cs typeface="Malgun Gothic"/>
              </a:rPr>
              <a:t>아닙니다</a:t>
            </a:r>
          </a:p>
        </p:txBody>
      </p:sp>
    </p:spTree>
    <p:extLst>
      <p:ext uri="{BB962C8B-B14F-4D97-AF65-F5344CB8AC3E}">
        <p14:creationId xmlns:p14="http://schemas.microsoft.com/office/powerpoint/2010/main" val="11220513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C72D3E-75C3-41F0-BC63-A51FA48F6F81}"/>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지원</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양식이</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달라도</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공통</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경로를</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재사용합니다</a:t>
            </a:r>
          </a:p>
        </p:txBody>
      </p:sp>
      <p:sp>
        <p:nvSpPr>
          <p:cNvPr id="2" name="">
            <a:extLst xmlns:a="http://schemas.openxmlformats.org/drawingml/2006/main">
              <a:ext uri="{FF2B5EF4-FFF2-40B4-BE49-F238E27FC236}">
                <a16:creationId xmlns:a16="http://schemas.microsoft.com/office/drawing/2014/main" id="{340F0C90-0846-4FBD-BE47-34AEF6D4B4C1}"/>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C_reuse.jsonl / C_reuse_gpu.jsonl · 7</a:t>
            </a:r>
          </a:p>
        </p:txBody>
      </p:sp>
      <p:graphicFrame>
        <p:nvGraphicFramePr>
          <p:cNvPr id="3" name="">
            <a:extLst xmlns:a="http://schemas.openxmlformats.org/drawingml/2006/main">
              <a:ext uri="{FF2B5EF4-FFF2-40B4-BE49-F238E27FC236}">
                <a16:creationId xmlns:a16="http://schemas.microsoft.com/office/drawing/2014/main" id="{DDE10036-B90D-4F6F-A821-F99062112E2D}"/>
              </a:ext>
            </a:extLst>
          </p:cNvPr>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3524250"/>
                <a:gridCol w="1238250"/>
                <a:gridCol w="1714500"/>
                <a:gridCol w="2000250"/>
                <a:gridCol w="2495550"/>
              </a:tblGrid>
              <a:tr h="537482">
                <a:tc>
                  <a:txBody>
                    <a:bodyPr/>
                    <a:lstStyle/>
                    <a:p>
                      <a:r>
                        <a:rPr sz="1725" b="1">
                          <a:solidFill>
                            <a:srgbClr val="FFFFFF"/>
                          </a:solidFill>
                          <a:latin typeface="Malgun Gothic"/>
                          <a:ea typeface="Malgun Gothic"/>
                          <a:cs typeface="Malgun Gothic"/>
                        </a:rPr>
                        <a:t>양식</a:t>
                      </a:r>
                      <a:r>
                        <a:rPr sz="1725" b="1">
                          <a:solidFill>
                            <a:srgbClr val="FFFFFF"/>
                          </a:solidFill>
                          <a:latin typeface="Times New Roman"/>
                          <a:ea typeface="Times New Roman"/>
                          <a:cs typeface="Times New Roman"/>
                        </a:rPr>
                        <a:t>·</a:t>
                      </a:r>
                      <a:r>
                        <a:rPr sz="1725" b="1">
                          <a:solidFill>
                            <a:srgbClr val="FFFFFF"/>
                          </a:solidFill>
                          <a:latin typeface="Malgun Gothic"/>
                          <a:ea typeface="Malgun Gothic"/>
                          <a:cs typeface="Malgun Gothic"/>
                        </a:rPr>
                        <a:t>설비군</a:t>
                      </a:r>
                    </a:p>
                  </a:txBody>
                  <a:tcPr marL="91440" marR="91440" marT="45720" marB="45720" anchor="ctr">
                    <a:lnL w="9525">
                      <a:solidFill>
                        <a:srgbClr val="D8E0E8"/>
                      </a:solidFill>
                      <a:prstDash val="solid"/>
                    </a:lnL>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725" b="1">
                          <a:solidFill>
                            <a:srgbClr val="FFFFFF"/>
                          </a:solidFill>
                          <a:latin typeface="Malgun Gothic"/>
                          <a:ea typeface="Malgun Gothic"/>
                          <a:cs typeface="Malgun Gothic"/>
                        </a:rPr>
                        <a:t>입력행</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725" b="1">
                          <a:solidFill>
                            <a:srgbClr val="FFFFFF"/>
                          </a:solidFill>
                          <a:latin typeface="Malgun Gothic"/>
                          <a:ea typeface="Malgun Gothic"/>
                          <a:cs typeface="Malgun Gothic"/>
                        </a:rPr>
                        <a:t>상세</a:t>
                      </a:r>
                      <a:r>
                        <a:rPr sz="1725" b="1">
                          <a:solidFill>
                            <a:srgbClr val="FFFFFF"/>
                          </a:solidFill>
                          <a:latin typeface="Times New Roman"/>
                          <a:ea typeface="Times New Roman"/>
                          <a:cs typeface="Times New Roman"/>
                        </a:rPr>
                        <a:t>/</a:t>
                      </a:r>
                      <a:r>
                        <a:rPr sz="1725" b="1">
                          <a:solidFill>
                            <a:srgbClr val="FFFFFF"/>
                          </a:solidFill>
                          <a:latin typeface="Malgun Gothic"/>
                          <a:ea typeface="Malgun Gothic"/>
                          <a:cs typeface="Malgun Gothic"/>
                        </a:rPr>
                        <a:t>작업</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725" b="1">
                          <a:solidFill>
                            <a:srgbClr val="FFFFFF"/>
                          </a:solidFill>
                          <a:latin typeface="Malgun Gothic"/>
                          <a:ea typeface="Malgun Gothic"/>
                          <a:cs typeface="Malgun Gothic"/>
                        </a:rPr>
                        <a:t>원문</a:t>
                      </a:r>
                      <a:r>
                        <a:rPr sz="1725" b="1">
                          <a:solidFill>
                            <a:srgbClr val="FFFFFF"/>
                          </a:solidFill>
                          <a:latin typeface="Times New Roman"/>
                          <a:ea typeface="Times New Roman"/>
                          <a:cs typeface="Times New Roman"/>
                        </a:rPr>
                        <a:t>·</a:t>
                      </a:r>
                      <a:r>
                        <a:rPr sz="1725" b="1">
                          <a:solidFill>
                            <a:srgbClr val="FFFFFF"/>
                          </a:solidFill>
                          <a:latin typeface="Malgun Gothic"/>
                          <a:ea typeface="Malgun Gothic"/>
                          <a:cs typeface="Malgun Gothic"/>
                        </a:rPr>
                        <a:t>자료형</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725" b="1">
                          <a:solidFill>
                            <a:srgbClr val="FFFFFF"/>
                          </a:solidFill>
                          <a:latin typeface="Malgun Gothic"/>
                          <a:ea typeface="Malgun Gothic"/>
                          <a:cs typeface="Malgun Gothic"/>
                        </a:rPr>
                        <a:t>등록</a:t>
                      </a:r>
                      <a:r>
                        <a:rPr sz="1725" b="1">
                          <a:solidFill>
                            <a:srgbClr val="FFFFFF"/>
                          </a:solidFill>
                          <a:latin typeface="Times New Roman"/>
                          <a:ea typeface="Times New Roman"/>
                          <a:cs typeface="Times New Roman"/>
                        </a:rPr>
                        <a:t> / </a:t>
                      </a:r>
                      <a:r>
                        <a:rPr sz="1725" b="1">
                          <a:solidFill>
                            <a:srgbClr val="FFFFFF"/>
                          </a:solidFill>
                          <a:latin typeface="Malgun Gothic"/>
                          <a:ea typeface="Malgun Gothic"/>
                          <a:cs typeface="Malgun Gothic"/>
                        </a:rPr>
                        <a:t>실제검색</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r>
              <a:tr h="537482">
                <a:tc>
                  <a:txBody>
                    <a:bodyPr/>
                    <a:lstStyle/>
                    <a:p>
                      <a:r>
                        <a:rPr sz="1725" b="0">
                          <a:solidFill>
                            <a:srgbClr val="17212B"/>
                          </a:solidFill>
                          <a:latin typeface="Malgun Gothic"/>
                          <a:ea typeface="Malgun Gothic"/>
                          <a:cs typeface="Malgun Gothic"/>
                        </a:rPr>
                        <a:t>누적</a:t>
                      </a:r>
                      <a:r>
                        <a:rPr sz="1725" b="0">
                          <a:solidFill>
                            <a:srgbClr val="17212B"/>
                          </a:solidFill>
                          <a:latin typeface="Times New Roman"/>
                          <a:ea typeface="Times New Roman"/>
                          <a:cs typeface="Times New Roman"/>
                        </a:rPr>
                        <a:t>28 · </a:t>
                      </a:r>
                      <a:r>
                        <a:rPr sz="1725" b="0">
                          <a:solidFill>
                            <a:srgbClr val="17212B"/>
                          </a:solidFill>
                          <a:latin typeface="Malgun Gothic"/>
                          <a:ea typeface="Malgun Gothic"/>
                          <a:cs typeface="Malgun Gothic"/>
                        </a:rPr>
                        <a:t>냉각계통</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Malgun Gothic"/>
                          <a:ea typeface="Malgun Gothic"/>
                          <a:cs typeface="Malgun Gothic"/>
                        </a:rPr>
                        <a:t>일치</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ok / ok</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537482">
                <a:tc>
                  <a:txBody>
                    <a:bodyPr/>
                    <a:lstStyle/>
                    <a:p>
                      <a:r>
                        <a:rPr sz="1725" b="0">
                          <a:solidFill>
                            <a:srgbClr val="17212B"/>
                          </a:solidFill>
                          <a:latin typeface="Malgun Gothic"/>
                          <a:ea typeface="Malgun Gothic"/>
                          <a:cs typeface="Malgun Gothic"/>
                        </a:rPr>
                        <a:t>누적</a:t>
                      </a:r>
                      <a:r>
                        <a:rPr sz="1725" b="0">
                          <a:solidFill>
                            <a:srgbClr val="17212B"/>
                          </a:solidFill>
                          <a:latin typeface="Times New Roman"/>
                          <a:ea typeface="Times New Roman"/>
                          <a:cs typeface="Times New Roman"/>
                        </a:rPr>
                        <a:t>28 · </a:t>
                      </a:r>
                      <a:r>
                        <a:rPr sz="1725" b="0">
                          <a:solidFill>
                            <a:srgbClr val="17212B"/>
                          </a:solidFill>
                          <a:latin typeface="Malgun Gothic"/>
                          <a:ea typeface="Malgun Gothic"/>
                          <a:cs typeface="Malgun Gothic"/>
                        </a:rPr>
                        <a:t>진공계통</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Malgun Gothic"/>
                          <a:ea typeface="Malgun Gothic"/>
                          <a:cs typeface="Malgun Gothic"/>
                        </a:rPr>
                        <a:t>일치</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ok / ok</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r h="537482">
                <a:tc>
                  <a:txBody>
                    <a:bodyPr/>
                    <a:lstStyle/>
                    <a:p>
                      <a:r>
                        <a:rPr sz="1725" b="0">
                          <a:solidFill>
                            <a:srgbClr val="17212B"/>
                          </a:solidFill>
                          <a:latin typeface="Malgun Gothic"/>
                          <a:ea typeface="Malgun Gothic"/>
                          <a:cs typeface="Malgun Gothic"/>
                        </a:rPr>
                        <a:t>누적</a:t>
                      </a:r>
                      <a:r>
                        <a:rPr sz="1725" b="0">
                          <a:solidFill>
                            <a:srgbClr val="17212B"/>
                          </a:solidFill>
                          <a:latin typeface="Times New Roman"/>
                          <a:ea typeface="Times New Roman"/>
                          <a:cs typeface="Times New Roman"/>
                        </a:rPr>
                        <a:t>28 · </a:t>
                      </a:r>
                      <a:r>
                        <a:rPr sz="1725" b="0">
                          <a:solidFill>
                            <a:srgbClr val="17212B"/>
                          </a:solidFill>
                          <a:latin typeface="Malgun Gothic"/>
                          <a:ea typeface="Malgun Gothic"/>
                          <a:cs typeface="Malgun Gothic"/>
                        </a:rPr>
                        <a:t>반송계통</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Malgun Gothic"/>
                          <a:ea typeface="Malgun Gothic"/>
                          <a:cs typeface="Malgun Gothic"/>
                        </a:rPr>
                        <a:t>일치</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ok / ok</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537482">
                <a:tc>
                  <a:txBody>
                    <a:bodyPr/>
                    <a:lstStyle/>
                    <a:p>
                      <a:r>
                        <a:rPr sz="1725" b="0">
                          <a:solidFill>
                            <a:srgbClr val="17212B"/>
                          </a:solidFill>
                          <a:latin typeface="Times New Roman"/>
                          <a:ea typeface="Times New Roman"/>
                          <a:cs typeface="Times New Roman"/>
                        </a:rPr>
                        <a:t>CSList128 · </a:t>
                      </a:r>
                      <a:r>
                        <a:rPr sz="1725" b="0">
                          <a:solidFill>
                            <a:srgbClr val="17212B"/>
                          </a:solidFill>
                          <a:latin typeface="Malgun Gothic"/>
                          <a:ea typeface="Malgun Gothic"/>
                          <a:cs typeface="Malgun Gothic"/>
                        </a:rPr>
                        <a:t>냉각계통</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10</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Malgun Gothic"/>
                          <a:ea typeface="Malgun Gothic"/>
                          <a:cs typeface="Malgun Gothic"/>
                        </a:rPr>
                        <a:t>일치</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ok / ok</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r h="537482">
                <a:tc>
                  <a:txBody>
                    <a:bodyPr/>
                    <a:lstStyle/>
                    <a:p>
                      <a:r>
                        <a:rPr sz="1725" b="0">
                          <a:solidFill>
                            <a:srgbClr val="17212B"/>
                          </a:solidFill>
                          <a:latin typeface="Times New Roman"/>
                          <a:ea typeface="Times New Roman"/>
                          <a:cs typeface="Times New Roman"/>
                        </a:rPr>
                        <a:t>CSList128 · </a:t>
                      </a:r>
                      <a:r>
                        <a:rPr sz="1725" b="0">
                          <a:solidFill>
                            <a:srgbClr val="17212B"/>
                          </a:solidFill>
                          <a:latin typeface="Malgun Gothic"/>
                          <a:ea typeface="Malgun Gothic"/>
                          <a:cs typeface="Malgun Gothic"/>
                        </a:rPr>
                        <a:t>진공계통</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10</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Malgun Gothic"/>
                          <a:ea typeface="Malgun Gothic"/>
                          <a:cs typeface="Malgun Gothic"/>
                        </a:rPr>
                        <a:t>일치</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725" b="0">
                          <a:solidFill>
                            <a:srgbClr val="17212B"/>
                          </a:solidFill>
                          <a:latin typeface="Times New Roman"/>
                          <a:ea typeface="Times New Roman"/>
                          <a:cs typeface="Times New Roman"/>
                        </a:rPr>
                        <a:t>ok / ok</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537482">
                <a:tc>
                  <a:txBody>
                    <a:bodyPr/>
                    <a:lstStyle/>
                    <a:p>
                      <a:r>
                        <a:rPr sz="1725" b="0">
                          <a:solidFill>
                            <a:srgbClr val="17212B"/>
                          </a:solidFill>
                          <a:latin typeface="Times New Roman"/>
                          <a:ea typeface="Times New Roman"/>
                          <a:cs typeface="Times New Roman"/>
                        </a:rPr>
                        <a:t>CSList128 · </a:t>
                      </a:r>
                      <a:r>
                        <a:rPr sz="1725" b="0">
                          <a:solidFill>
                            <a:srgbClr val="17212B"/>
                          </a:solidFill>
                          <a:latin typeface="Malgun Gothic"/>
                          <a:ea typeface="Malgun Gothic"/>
                          <a:cs typeface="Malgun Gothic"/>
                        </a:rPr>
                        <a:t>반송계통</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10</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20</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Malgun Gothic"/>
                          <a:ea typeface="Malgun Gothic"/>
                          <a:cs typeface="Malgun Gothic"/>
                        </a:rPr>
                        <a:t>일치</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725" b="0">
                          <a:solidFill>
                            <a:srgbClr val="17212B"/>
                          </a:solidFill>
                          <a:latin typeface="Times New Roman"/>
                          <a:ea typeface="Times New Roman"/>
                          <a:cs typeface="Times New Roman"/>
                        </a:rPr>
                        <a:t>ok / ok</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bl>
          </a:graphicData>
        </a:graphic>
      </p:graphicFrame>
      <p:sp>
        <p:nvSpPr>
          <p:cNvPr id="4" name="">
            <a:extLst xmlns:a="http://schemas.openxmlformats.org/drawingml/2006/main">
              <a:ext uri="{FF2B5EF4-FFF2-40B4-BE49-F238E27FC236}">
                <a16:creationId xmlns:a16="http://schemas.microsoft.com/office/drawing/2014/main" id="{9DABF784-793C-427C-9CF1-E8EFD1B7A146}"/>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26171"/>
                </a:solidFill>
              </a:defRPr>
            </a:defPPr>
          </a:lstStyle>
          <a:p xmlns:a="http://schemas.openxmlformats.org/drawingml/2006/main">
            <a:pPr>
              <a:defRPr sz="1725" b="0">
                <a:solidFill>
                  <a:srgbClr val="526171"/>
                </a:solidFill>
              </a:defRPr>
            </a:pPr>
            <a:r>
              <a:rPr sz="1725" b="0">
                <a:solidFill>
                  <a:srgbClr val="526171"/>
                </a:solidFill>
                <a:latin typeface="Times New Roman"/>
                <a:ea typeface="Times New Roman"/>
                <a:cs typeface="Times New Roman"/>
              </a:rPr>
              <a:t>2</a:t>
            </a:r>
            <a:r>
              <a:rPr sz="1725" b="0">
                <a:solidFill>
                  <a:srgbClr val="526171"/>
                </a:solidFill>
                <a:latin typeface="Malgun Gothic"/>
                <a:ea typeface="Malgun Gothic"/>
                <a:cs typeface="Malgun Gothic"/>
              </a:rPr>
              <a:t>종</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지원</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양식</a:t>
            </a:r>
            <a:r>
              <a:rPr sz="1725" b="0">
                <a:solidFill>
                  <a:srgbClr val="526171"/>
                </a:solidFill>
                <a:latin typeface="Times New Roman"/>
                <a:ea typeface="Times New Roman"/>
                <a:cs typeface="Times New Roman"/>
              </a:rPr>
              <a:t> × 3</a:t>
            </a:r>
            <a:r>
              <a:rPr sz="1725" b="0">
                <a:solidFill>
                  <a:srgbClr val="526171"/>
                </a:solidFill>
                <a:latin typeface="Malgun Gothic"/>
                <a:ea typeface="Malgun Gothic"/>
                <a:cs typeface="Malgun Gothic"/>
              </a:rPr>
              <a:t>설비군</a:t>
            </a:r>
            <a:r>
              <a:rPr sz="1725" b="0">
                <a:solidFill>
                  <a:srgbClr val="526171"/>
                </a:solidFill>
                <a:latin typeface="Times New Roman"/>
                <a:ea typeface="Times New Roman"/>
                <a:cs typeface="Times New Roman"/>
              </a:rPr>
              <a:t> · </a:t>
            </a:r>
            <a:r>
              <a:rPr sz="1725" b="0">
                <a:solidFill>
                  <a:srgbClr val="526171"/>
                </a:solidFill>
                <a:latin typeface="Malgun Gothic"/>
                <a:ea typeface="Malgun Gothic"/>
                <a:cs typeface="Malgun Gothic"/>
              </a:rPr>
              <a:t>전부</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합성</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핵심</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코드</a:t>
            </a:r>
            <a:r>
              <a:rPr sz="1725" b="0">
                <a:solidFill>
                  <a:srgbClr val="526171"/>
                </a:solidFill>
                <a:latin typeface="Times New Roman"/>
                <a:ea typeface="Times New Roman"/>
                <a:cs typeface="Times New Roman"/>
              </a:rPr>
              <a:t>·</a:t>
            </a:r>
            <a:r>
              <a:rPr sz="1725" b="0">
                <a:solidFill>
                  <a:srgbClr val="526171"/>
                </a:solidFill>
                <a:latin typeface="Malgun Gothic"/>
                <a:ea typeface="Malgun Gothic"/>
                <a:cs typeface="Malgun Gothic"/>
              </a:rPr>
              <a:t>새</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어댑터</a:t>
            </a:r>
            <a:r>
              <a:rPr sz="1725" b="0">
                <a:solidFill>
                  <a:srgbClr val="526171"/>
                </a:solidFill>
                <a:latin typeface="Times New Roman"/>
                <a:ea typeface="Times New Roman"/>
                <a:cs typeface="Times New Roman"/>
              </a:rPr>
              <a:t>·</a:t>
            </a:r>
            <a:r>
              <a:rPr sz="1725" b="0">
                <a:solidFill>
                  <a:srgbClr val="526171"/>
                </a:solidFill>
                <a:latin typeface="Malgun Gothic"/>
                <a:ea typeface="Malgun Gothic"/>
                <a:cs typeface="Malgun Gothic"/>
              </a:rPr>
              <a:t>모델</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변경</a:t>
            </a:r>
            <a:r>
              <a:rPr sz="1725" b="0">
                <a:solidFill>
                  <a:srgbClr val="526171"/>
                </a:solidFill>
                <a:latin typeface="Times New Roman"/>
                <a:ea typeface="Times New Roman"/>
                <a:cs typeface="Times New Roman"/>
              </a:rPr>
              <a:t> </a:t>
            </a:r>
            <a:r>
              <a:rPr sz="1725" b="0">
                <a:solidFill>
                  <a:srgbClr val="526171"/>
                </a:solidFill>
                <a:latin typeface="Malgun Gothic"/>
                <a:ea typeface="Malgun Gothic"/>
                <a:cs typeface="Malgun Gothic"/>
              </a:rPr>
              <a:t>없음</a:t>
            </a:r>
          </a:p>
        </p:txBody>
      </p:sp>
    </p:spTree>
    <p:extLst>
      <p:ext uri="{BB962C8B-B14F-4D97-AF65-F5344CB8AC3E}">
        <p14:creationId xmlns:p14="http://schemas.microsoft.com/office/powerpoint/2010/main" val="13026173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C839776-48F6-4736-B4E1-56E01D47038E}"/>
              </a:ext>
            </a:extLst>
          </p:cNvPr>
          <p:cNvCxnSpPr>
            <a:stCxn xmlns:a="http://schemas.openxmlformats.org/drawingml/2006/main" id="6" idx="3"/>
            <a:endCxn xmlns:a="http://schemas.openxmlformats.org/drawingml/2006/main" id="7" idx="1"/>
          </p:cNvCxnSpPr>
          <p:nvPr/>
        </p:nvCxnSpPr>
        <p:spPr>
          <a:xfrm xmlns:a="http://schemas.openxmlformats.org/drawingml/2006/main">
            <a:off x="9296400" y="3048000"/>
            <a:ext cx="228600" cy="0"/>
          </a:xfrm>
          <a:prstGeom xmlns:a="http://schemas.openxmlformats.org/drawingml/2006/main" prst="straightConnector1">
            <a:avLst/>
          </a:prstGeom>
          <a:ln xmlns:a="http://schemas.openxmlformats.org/drawingml/2006/main" w="19050">
            <a:solidFill>
              <a:srgbClr val="526171"/>
            </a:solidFill>
            <a:tailEnd type="arrow" w="sm" len="sm"/>
          </a:ln>
        </p:spPr>
      </p:cxnSp>
      <p:cxnSp>
        <p:nvCxnSpPr>
          <p:cNvPr id="10" name="">
            <a:extLst xmlns:a="http://schemas.openxmlformats.org/drawingml/2006/main">
              <a:ext uri="{FF2B5EF4-FFF2-40B4-BE49-F238E27FC236}">
                <a16:creationId xmlns:a16="http://schemas.microsoft.com/office/drawing/2014/main" id="{8238BBDE-045F-43AC-8524-9B99016545A2}"/>
              </a:ext>
            </a:extLst>
          </p:cNvPr>
          <p:cNvCxnSpPr>
            <a:stCxn xmlns:a="http://schemas.openxmlformats.org/drawingml/2006/main" id="5" idx="3"/>
            <a:endCxn xmlns:a="http://schemas.openxmlformats.org/drawingml/2006/main" id="6" idx="1"/>
          </p:cNvCxnSpPr>
          <p:nvPr/>
        </p:nvCxnSpPr>
        <p:spPr>
          <a:xfrm xmlns:a="http://schemas.openxmlformats.org/drawingml/2006/main">
            <a:off x="7067550" y="3048000"/>
            <a:ext cx="228600" cy="0"/>
          </a:xfrm>
          <a:prstGeom xmlns:a="http://schemas.openxmlformats.org/drawingml/2006/main" prst="straightConnector1">
            <a:avLst/>
          </a:prstGeom>
          <a:ln xmlns:a="http://schemas.openxmlformats.org/drawingml/2006/main" w="19050">
            <a:solidFill>
              <a:srgbClr val="526171"/>
            </a:solidFill>
            <a:tailEnd type="arrow" w="sm" len="sm"/>
          </a:ln>
        </p:spPr>
      </p:cxnSp>
      <p:cxnSp>
        <p:nvCxnSpPr>
          <p:cNvPr id="9" name="">
            <a:extLst xmlns:a="http://schemas.openxmlformats.org/drawingml/2006/main">
              <a:ext uri="{FF2B5EF4-FFF2-40B4-BE49-F238E27FC236}">
                <a16:creationId xmlns:a16="http://schemas.microsoft.com/office/drawing/2014/main" id="{6EBF52C8-1799-42FC-894E-F41E59F00D4F}"/>
              </a:ext>
            </a:extLst>
          </p:cNvPr>
          <p:cNvCxnSpPr>
            <a:stCxn xmlns:a="http://schemas.openxmlformats.org/drawingml/2006/main" id="4" idx="3"/>
            <a:endCxn xmlns:a="http://schemas.openxmlformats.org/drawingml/2006/main" id="5" idx="1"/>
          </p:cNvCxnSpPr>
          <p:nvPr/>
        </p:nvCxnSpPr>
        <p:spPr>
          <a:xfrm xmlns:a="http://schemas.openxmlformats.org/drawingml/2006/main">
            <a:off x="4838700" y="3048000"/>
            <a:ext cx="228600" cy="0"/>
          </a:xfrm>
          <a:prstGeom xmlns:a="http://schemas.openxmlformats.org/drawingml/2006/main" prst="straightConnector1">
            <a:avLst/>
          </a:prstGeom>
          <a:ln xmlns:a="http://schemas.openxmlformats.org/drawingml/2006/main" w="19050">
            <a:solidFill>
              <a:srgbClr val="526171"/>
            </a:solidFill>
            <a:tailEnd type="arrow" w="sm" len="sm"/>
          </a:ln>
        </p:spPr>
      </p:cxnSp>
      <p:cxnSp>
        <p:nvCxnSpPr>
          <p:cNvPr id="8" name="">
            <a:extLst xmlns:a="http://schemas.openxmlformats.org/drawingml/2006/main">
              <a:ext uri="{FF2B5EF4-FFF2-40B4-BE49-F238E27FC236}">
                <a16:creationId xmlns:a16="http://schemas.microsoft.com/office/drawing/2014/main" id="{62D155D0-C041-4420-8B2A-2B862FC877C2}"/>
              </a:ext>
            </a:extLst>
          </p:cNvPr>
          <p:cNvCxnSpPr>
            <a:stCxn xmlns:a="http://schemas.openxmlformats.org/drawingml/2006/main" id="3" idx="3"/>
            <a:endCxn xmlns:a="http://schemas.openxmlformats.org/drawingml/2006/main" id="4" idx="1"/>
          </p:cNvCxnSpPr>
          <p:nvPr/>
        </p:nvCxnSpPr>
        <p:spPr>
          <a:xfrm xmlns:a="http://schemas.openxmlformats.org/drawingml/2006/main">
            <a:off x="2609850" y="3048000"/>
            <a:ext cx="228600" cy="0"/>
          </a:xfrm>
          <a:prstGeom xmlns:a="http://schemas.openxmlformats.org/drawingml/2006/main" prst="straightConnector1">
            <a:avLst/>
          </a:prstGeom>
          <a:ln xmlns:a="http://schemas.openxmlformats.org/drawingml/2006/main" w="19050">
            <a:solidFill>
              <a:srgbClr val="526171"/>
            </a:solidFill>
            <a:tailEnd type="arrow" w="sm" len="sm"/>
          </a:ln>
        </p:spPr>
      </p:cxnSp>
      <p:sp>
        <p:nvSpPr>
          <p:cNvPr id="14" name="">
            <a:extLst xmlns:a="http://schemas.openxmlformats.org/drawingml/2006/main">
              <a:ext uri="{FF2B5EF4-FFF2-40B4-BE49-F238E27FC236}">
                <a16:creationId xmlns:a16="http://schemas.microsoft.com/office/drawing/2014/main" id="{9F0C4A49-8848-4397-9093-BAC724A83169}"/>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같은</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상태에서</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재등록</a:t>
            </a:r>
            <a:r>
              <a:rPr sz="3000" b="1">
                <a:solidFill>
                  <a:srgbClr val="17212B"/>
                </a:solidFill>
                <a:latin typeface="Times New Roman"/>
                <a:ea typeface="Times New Roman"/>
                <a:cs typeface="Times New Roman"/>
              </a:rPr>
              <a:t>·</a:t>
            </a:r>
            <a:r>
              <a:rPr sz="3000" b="1">
                <a:solidFill>
                  <a:srgbClr val="17212B"/>
                </a:solidFill>
                <a:latin typeface="Malgun Gothic"/>
                <a:ea typeface="Malgun Gothic"/>
                <a:cs typeface="Malgun Gothic"/>
              </a:rPr>
              <a:t>추가</a:t>
            </a:r>
            <a:r>
              <a:rPr sz="3000" b="1">
                <a:solidFill>
                  <a:srgbClr val="17212B"/>
                </a:solidFill>
                <a:latin typeface="Times New Roman"/>
                <a:ea typeface="Times New Roman"/>
                <a:cs typeface="Times New Roman"/>
              </a:rPr>
              <a:t>·</a:t>
            </a:r>
            <a:r>
              <a:rPr sz="3000" b="1">
                <a:solidFill>
                  <a:srgbClr val="17212B"/>
                </a:solidFill>
                <a:latin typeface="Malgun Gothic"/>
                <a:ea typeface="Malgun Gothic"/>
                <a:cs typeface="Malgun Gothic"/>
              </a:rPr>
              <a:t>복구를</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확인했습니다</a:t>
            </a:r>
          </a:p>
        </p:txBody>
      </p:sp>
      <p:sp>
        <p:nvSpPr>
          <p:cNvPr id="2" name="">
            <a:extLst xmlns:a="http://schemas.openxmlformats.org/drawingml/2006/main">
              <a:ext uri="{FF2B5EF4-FFF2-40B4-BE49-F238E27FC236}">
                <a16:creationId xmlns:a16="http://schemas.microsoft.com/office/drawing/2014/main" id="{A8415889-0362-404E-91A3-8F1B0430818D}"/>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C_repeat.jsonl / C-repeat-result.json · 8</a:t>
            </a:r>
          </a:p>
        </p:txBody>
      </p:sp>
      <p:sp>
        <p:nvSpPr>
          <p:cNvPr id="3" name="">
            <a:extLst xmlns:a="http://schemas.openxmlformats.org/drawingml/2006/main">
              <a:ext uri="{FF2B5EF4-FFF2-40B4-BE49-F238E27FC236}">
                <a16:creationId xmlns:a16="http://schemas.microsoft.com/office/drawing/2014/main" id="{B1BCAF8B-52E6-4B0A-8B3B-569A676961DD}"/>
              </a:ext>
            </a:extLst>
          </p:cNvPr>
          <p:cNvSpPr>
            <a:spLocks xmlns:a="http://schemas.openxmlformats.org/drawingml/2006/main" noGrp="1"/>
          </p:cNvSpPr>
          <p:nvPr/>
        </p:nvSpPr>
        <p:spPr>
          <a:xfrm xmlns:a="http://schemas.openxmlformats.org/drawingml/2006/main">
            <a:off x="609600" y="2524125"/>
            <a:ext cx="2000250" cy="1047750"/>
          </a:xfrm>
          <a:prstGeom xmlns:a="http://schemas.openxmlformats.org/drawingml/2006/main" prst="rect">
            <a:avLst/>
          </a:prstGeom>
          <a:solidFill xmlns:a="http://schemas.openxmlformats.org/drawingml/2006/main">
            <a:srgbClr val="F0F3F6"/>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재등록</a:t>
            </a:r>
            <a:br>
              <a:rPr sz="1950" b="1">
                <a:solidFill>
                  <a:srgbClr val="17212B"/>
                </a:solidFill>
                <a:latin typeface="Times New Roman"/>
                <a:ea typeface="Times New Roman"/>
                <a:cs typeface="Times New Roman"/>
              </a:rPr>
            </a:br>
            <a:r>
              <a:rPr sz="1950" b="1">
                <a:solidFill>
                  <a:srgbClr val="17212B"/>
                </a:solidFill>
                <a:latin typeface="Times New Roman"/>
                <a:ea typeface="Times New Roman"/>
                <a:cs typeface="Times New Roman"/>
              </a:rPr>
              <a:t>20</a:t>
            </a:r>
            <a:r>
              <a:rPr sz="1950" b="1">
                <a:solidFill>
                  <a:srgbClr val="17212B"/>
                </a:solidFill>
                <a:latin typeface="Malgun Gothic"/>
                <a:ea typeface="Malgun Gothic"/>
                <a:cs typeface="Malgun Gothic"/>
              </a:rPr>
              <a:t>건</a:t>
            </a:r>
          </a:p>
        </p:txBody>
      </p:sp>
      <p:sp>
        <p:nvSpPr>
          <p:cNvPr id="4" name="">
            <a:extLst xmlns:a="http://schemas.openxmlformats.org/drawingml/2006/main">
              <a:ext uri="{FF2B5EF4-FFF2-40B4-BE49-F238E27FC236}">
                <a16:creationId xmlns:a16="http://schemas.microsoft.com/office/drawing/2014/main" id="{AE8FE700-F77E-4A63-9D5C-9378398A7CFD}"/>
              </a:ext>
            </a:extLst>
          </p:cNvPr>
          <p:cNvSpPr>
            <a:spLocks xmlns:a="http://schemas.openxmlformats.org/drawingml/2006/main" noGrp="1"/>
          </p:cNvSpPr>
          <p:nvPr/>
        </p:nvSpPr>
        <p:spPr>
          <a:xfrm xmlns:a="http://schemas.openxmlformats.org/drawingml/2006/main">
            <a:off x="2838450" y="2524125"/>
            <a:ext cx="20002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자료</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추가</a:t>
            </a:r>
            <a:br>
              <a:rPr sz="1950" b="1">
                <a:solidFill>
                  <a:srgbClr val="17212B"/>
                </a:solidFill>
                <a:latin typeface="Times New Roman"/>
                <a:ea typeface="Times New Roman"/>
                <a:cs typeface="Times New Roman"/>
              </a:rPr>
            </a:br>
            <a:r>
              <a:rPr sz="1950" b="1">
                <a:solidFill>
                  <a:srgbClr val="17212B"/>
                </a:solidFill>
                <a:latin typeface="Times New Roman"/>
                <a:ea typeface="Times New Roman"/>
                <a:cs typeface="Times New Roman"/>
              </a:rPr>
              <a:t>22</a:t>
            </a:r>
            <a:r>
              <a:rPr sz="1950" b="1">
                <a:solidFill>
                  <a:srgbClr val="17212B"/>
                </a:solidFill>
                <a:latin typeface="Malgun Gothic"/>
                <a:ea typeface="Malgun Gothic"/>
                <a:cs typeface="Malgun Gothic"/>
              </a:rPr>
              <a:t>건</a:t>
            </a:r>
          </a:p>
        </p:txBody>
      </p:sp>
      <p:sp>
        <p:nvSpPr>
          <p:cNvPr id="5" name="">
            <a:extLst xmlns:a="http://schemas.openxmlformats.org/drawingml/2006/main">
              <a:ext uri="{FF2B5EF4-FFF2-40B4-BE49-F238E27FC236}">
                <a16:creationId xmlns:a16="http://schemas.microsoft.com/office/drawing/2014/main" id="{0FE5840E-BEBD-4A5A-9D41-BF5264CD999B}"/>
              </a:ext>
            </a:extLst>
          </p:cNvPr>
          <p:cNvSpPr>
            <a:spLocks xmlns:a="http://schemas.openxmlformats.org/drawingml/2006/main" noGrp="1"/>
          </p:cNvSpPr>
          <p:nvPr/>
        </p:nvSpPr>
        <p:spPr>
          <a:xfrm xmlns:a="http://schemas.openxmlformats.org/drawingml/2006/main">
            <a:off x="5067300" y="2524125"/>
            <a:ext cx="20002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내용</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변경</a:t>
            </a:r>
            <a:br>
              <a:rPr sz="1950" b="1">
                <a:solidFill>
                  <a:srgbClr val="17212B"/>
                </a:solidFill>
                <a:latin typeface="Times New Roman"/>
                <a:ea typeface="Times New Roman"/>
                <a:cs typeface="Times New Roman"/>
              </a:rPr>
            </a:br>
            <a:r>
              <a:rPr sz="1950" b="1">
                <a:solidFill>
                  <a:srgbClr val="17212B"/>
                </a:solidFill>
                <a:latin typeface="Times New Roman"/>
                <a:ea typeface="Times New Roman"/>
                <a:cs typeface="Times New Roman"/>
              </a:rPr>
              <a:t>23</a:t>
            </a:r>
            <a:r>
              <a:rPr sz="1950" b="1">
                <a:solidFill>
                  <a:srgbClr val="17212B"/>
                </a:solidFill>
                <a:latin typeface="Malgun Gothic"/>
                <a:ea typeface="Malgun Gothic"/>
                <a:cs typeface="Malgun Gothic"/>
              </a:rPr>
              <a:t>건</a:t>
            </a:r>
          </a:p>
        </p:txBody>
      </p:sp>
      <p:sp>
        <p:nvSpPr>
          <p:cNvPr id="6" name="">
            <a:extLst xmlns:a="http://schemas.openxmlformats.org/drawingml/2006/main">
              <a:ext uri="{FF2B5EF4-FFF2-40B4-BE49-F238E27FC236}">
                <a16:creationId xmlns:a16="http://schemas.microsoft.com/office/drawing/2014/main" id="{A96C7B2B-041A-42D5-894C-355FB57675BA}"/>
              </a:ext>
            </a:extLst>
          </p:cNvPr>
          <p:cNvSpPr>
            <a:spLocks xmlns:a="http://schemas.openxmlformats.org/drawingml/2006/main" noGrp="1"/>
          </p:cNvSpPr>
          <p:nvPr/>
        </p:nvSpPr>
        <p:spPr>
          <a:xfrm xmlns:a="http://schemas.openxmlformats.org/drawingml/2006/main">
            <a:off x="7296150" y="2524125"/>
            <a:ext cx="20002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중단</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후</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재개</a:t>
            </a:r>
            <a:br>
              <a:rPr sz="1950" b="1">
                <a:solidFill>
                  <a:srgbClr val="17212B"/>
                </a:solidFill>
                <a:latin typeface="Times New Roman"/>
                <a:ea typeface="Times New Roman"/>
                <a:cs typeface="Times New Roman"/>
              </a:rPr>
            </a:br>
            <a:r>
              <a:rPr sz="1950" b="1">
                <a:solidFill>
                  <a:srgbClr val="17212B"/>
                </a:solidFill>
                <a:latin typeface="Malgun Gothic"/>
                <a:ea typeface="Malgun Gothic"/>
                <a:cs typeface="Malgun Gothic"/>
              </a:rPr>
              <a:t>소유</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프로세스</a:t>
            </a:r>
          </a:p>
        </p:txBody>
      </p:sp>
      <p:sp>
        <p:nvSpPr>
          <p:cNvPr id="7" name="">
            <a:extLst xmlns:a="http://schemas.openxmlformats.org/drawingml/2006/main">
              <a:ext uri="{FF2B5EF4-FFF2-40B4-BE49-F238E27FC236}">
                <a16:creationId xmlns:a16="http://schemas.microsoft.com/office/drawing/2014/main" id="{BDF0D6A7-8F17-4E56-96CF-A953B45E0E96}"/>
              </a:ext>
            </a:extLst>
          </p:cNvPr>
          <p:cNvSpPr>
            <a:spLocks xmlns:a="http://schemas.openxmlformats.org/drawingml/2006/main" noGrp="1"/>
          </p:cNvSpPr>
          <p:nvPr/>
        </p:nvSpPr>
        <p:spPr>
          <a:xfrm xmlns:a="http://schemas.openxmlformats.org/drawingml/2006/main">
            <a:off x="9525000" y="2524125"/>
            <a:ext cx="20002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969DA"/>
            </a:solidFill>
          </a:ln>
        </p:spPr>
        <p:txBody>
          <a:bodyPr xmlns:a="http://schemas.openxmlformats.org/drawingml/2006/main" anchor="ctr"/>
          <a:lstStyle xmlns:a="http://schemas.openxmlformats.org/drawingml/2006/main">
            <a:defPPr algn="ctr">
              <a:defRPr sz="1950"/>
            </a:defPPr>
          </a:lstStyle>
          <a:p xmlns:a="http://schemas.openxmlformats.org/drawingml/2006/main">
            <a:pPr algn="ctr">
              <a:defRPr sz="1950"/>
            </a:pPr>
            <a:r>
              <a:rPr sz="1950" b="1">
                <a:solidFill>
                  <a:srgbClr val="17212B"/>
                </a:solidFill>
                <a:latin typeface="Malgun Gothic"/>
                <a:ea typeface="Malgun Gothic"/>
                <a:cs typeface="Malgun Gothic"/>
              </a:rPr>
              <a:t>근거</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사본</a:t>
            </a:r>
            <a:br>
              <a:rPr sz="1950" b="1">
                <a:solidFill>
                  <a:srgbClr val="17212B"/>
                </a:solidFill>
                <a:latin typeface="Times New Roman"/>
                <a:ea typeface="Times New Roman"/>
                <a:cs typeface="Times New Roman"/>
              </a:rPr>
            </a:br>
            <a:r>
              <a:rPr sz="1950" b="1">
                <a:solidFill>
                  <a:srgbClr val="17212B"/>
                </a:solidFill>
                <a:latin typeface="Malgun Gothic"/>
                <a:ea typeface="Malgun Gothic"/>
                <a:cs typeface="Malgun Gothic"/>
              </a:rPr>
              <a:t>갱신</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후</a:t>
            </a:r>
            <a:r>
              <a:rPr sz="1950" b="1">
                <a:solidFill>
                  <a:srgbClr val="17212B"/>
                </a:solidFill>
                <a:latin typeface="Times New Roman"/>
                <a:ea typeface="Times New Roman"/>
                <a:cs typeface="Times New Roman"/>
              </a:rPr>
              <a:t> </a:t>
            </a:r>
            <a:r>
              <a:rPr sz="1950" b="1">
                <a:solidFill>
                  <a:srgbClr val="17212B"/>
                </a:solidFill>
                <a:latin typeface="Malgun Gothic"/>
                <a:ea typeface="Malgun Gothic"/>
                <a:cs typeface="Malgun Gothic"/>
              </a:rPr>
              <a:t>유지</a:t>
            </a:r>
          </a:p>
        </p:txBody>
      </p:sp>
      <p:sp>
        <p:nvSpPr>
          <p:cNvPr id="12" name="">
            <a:extLst xmlns:a="http://schemas.openxmlformats.org/drawingml/2006/main">
              <a:ext uri="{FF2B5EF4-FFF2-40B4-BE49-F238E27FC236}">
                <a16:creationId xmlns:a16="http://schemas.microsoft.com/office/drawing/2014/main" id="{0215360A-4263-4C4D-A619-D921D9F8028B}"/>
              </a:ext>
            </a:extLst>
          </p:cNvPr>
          <p:cNvSpPr>
            <a:spLocks xmlns:a="http://schemas.openxmlformats.org/drawingml/2006/main" noGrp="1"/>
          </p:cNvSpPr>
          <p:nvPr/>
        </p:nvSpPr>
        <p:spPr>
          <a:xfrm xmlns:a="http://schemas.openxmlformats.org/drawingml/2006/main">
            <a:off x="609600" y="447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969DA"/>
                </a:solidFill>
              </a:defRPr>
            </a:defPPr>
          </a:lstStyle>
          <a:p xmlns:a="http://schemas.openxmlformats.org/drawingml/2006/main">
            <a:pPr>
              <a:defRPr sz="2100" b="1">
                <a:solidFill>
                  <a:srgbClr val="0969DA"/>
                </a:solidFill>
              </a:defRPr>
            </a:pPr>
            <a:r>
              <a:rPr sz="2100" b="1">
                <a:solidFill>
                  <a:srgbClr val="0969DA"/>
                </a:solidFill>
                <a:latin typeface="Malgun Gothic"/>
                <a:ea typeface="Malgun Gothic"/>
                <a:cs typeface="Malgun Gothic"/>
              </a:rPr>
              <a:t>같은</a:t>
            </a:r>
            <a:r>
              <a:rPr sz="2100" b="1">
                <a:solidFill>
                  <a:srgbClr val="0969DA"/>
                </a:solidFill>
                <a:latin typeface="Times New Roman"/>
                <a:ea typeface="Times New Roman"/>
                <a:cs typeface="Times New Roman"/>
              </a:rPr>
              <a:t> DB·</a:t>
            </a:r>
            <a:r>
              <a:rPr sz="2100" b="1">
                <a:solidFill>
                  <a:srgbClr val="0969DA"/>
                </a:solidFill>
                <a:latin typeface="Malgun Gothic"/>
                <a:ea typeface="Malgun Gothic"/>
                <a:cs typeface="Malgun Gothic"/>
              </a:rPr>
              <a:t>색인</a:t>
            </a:r>
            <a:r>
              <a:rPr sz="2100" b="1">
                <a:solidFill>
                  <a:srgbClr val="0969DA"/>
                </a:solidFill>
                <a:latin typeface="Times New Roman"/>
                <a:ea typeface="Times New Roman"/>
                <a:cs typeface="Times New Roman"/>
              </a:rPr>
              <a:t>·</a:t>
            </a:r>
            <a:r>
              <a:rPr sz="2100" b="1">
                <a:solidFill>
                  <a:srgbClr val="0969DA"/>
                </a:solidFill>
                <a:latin typeface="Malgun Gothic"/>
                <a:ea typeface="Malgun Gothic"/>
                <a:cs typeface="Malgun Gothic"/>
              </a:rPr>
              <a:t>작업</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저널을</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이어</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사용</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새</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상세는</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기존</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원문을</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덮어쓰지</a:t>
            </a:r>
            <a:r>
              <a:rPr sz="2100" b="1">
                <a:solidFill>
                  <a:srgbClr val="0969DA"/>
                </a:solidFill>
                <a:latin typeface="Times New Roman"/>
                <a:ea typeface="Times New Roman"/>
                <a:cs typeface="Times New Roman"/>
              </a:rPr>
              <a:t> </a:t>
            </a:r>
            <a:r>
              <a:rPr sz="2100" b="1">
                <a:solidFill>
                  <a:srgbClr val="0969DA"/>
                </a:solidFill>
                <a:latin typeface="Malgun Gothic"/>
                <a:ea typeface="Malgun Gothic"/>
                <a:cs typeface="Malgun Gothic"/>
              </a:rPr>
              <a:t>않음</a:t>
            </a:r>
          </a:p>
        </p:txBody>
      </p:sp>
      <p:sp>
        <p:nvSpPr>
          <p:cNvPr id="13" name="">
            <a:extLst xmlns:a="http://schemas.openxmlformats.org/drawingml/2006/main">
              <a:ext uri="{FF2B5EF4-FFF2-40B4-BE49-F238E27FC236}">
                <a16:creationId xmlns:a16="http://schemas.microsoft.com/office/drawing/2014/main" id="{94A5C787-3D72-4637-8F0C-2537108DCE0F}"/>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526171"/>
                </a:solidFill>
              </a:defRPr>
            </a:defPPr>
          </a:lstStyle>
          <a:p xmlns:a="http://schemas.openxmlformats.org/drawingml/2006/main">
            <a:pPr>
              <a:defRPr sz="1650" b="0">
                <a:solidFill>
                  <a:srgbClr val="526171"/>
                </a:solidFill>
              </a:defRPr>
            </a:pPr>
            <a:r>
              <a:rPr sz="1650" b="0">
                <a:solidFill>
                  <a:srgbClr val="526171"/>
                </a:solidFill>
                <a:latin typeface="Malgun Gothic"/>
                <a:ea typeface="Malgun Gothic"/>
                <a:cs typeface="Malgun Gothic"/>
              </a:rPr>
              <a:t>등록</a:t>
            </a:r>
            <a:r>
              <a:rPr sz="1650" b="0">
                <a:solidFill>
                  <a:srgbClr val="526171"/>
                </a:solidFill>
                <a:latin typeface="Times New Roman"/>
                <a:ea typeface="Times New Roman"/>
                <a:cs typeface="Times New Roman"/>
              </a:rPr>
              <a:t>·</a:t>
            </a:r>
            <a:r>
              <a:rPr sz="1650" b="0">
                <a:solidFill>
                  <a:srgbClr val="526171"/>
                </a:solidFill>
                <a:latin typeface="Malgun Gothic"/>
                <a:ea typeface="Malgun Gothic"/>
                <a:cs typeface="Malgun Gothic"/>
              </a:rPr>
              <a:t>복구는</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모델</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호출</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없는</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경로</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사람</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공수나</a:t>
            </a:r>
            <a:r>
              <a:rPr sz="1650" b="0">
                <a:solidFill>
                  <a:srgbClr val="526171"/>
                </a:solidFill>
                <a:latin typeface="Times New Roman"/>
                <a:ea typeface="Times New Roman"/>
                <a:cs typeface="Times New Roman"/>
              </a:rPr>
              <a:t> LLM </a:t>
            </a:r>
            <a:r>
              <a:rPr sz="1650" b="0">
                <a:solidFill>
                  <a:srgbClr val="526171"/>
                </a:solidFill>
                <a:latin typeface="Malgun Gothic"/>
                <a:ea typeface="Malgun Gothic"/>
                <a:cs typeface="Malgun Gothic"/>
              </a:rPr>
              <a:t>준비</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비용</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절감으로</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환산하지</a:t>
            </a:r>
            <a:r>
              <a:rPr sz="1650" b="0">
                <a:solidFill>
                  <a:srgbClr val="526171"/>
                </a:solidFill>
                <a:latin typeface="Times New Roman"/>
                <a:ea typeface="Times New Roman"/>
                <a:cs typeface="Times New Roman"/>
              </a:rPr>
              <a:t> </a:t>
            </a:r>
            <a:r>
              <a:rPr sz="1650" b="0">
                <a:solidFill>
                  <a:srgbClr val="526171"/>
                </a:solidFill>
                <a:latin typeface="Malgun Gothic"/>
                <a:ea typeface="Malgun Gothic"/>
                <a:cs typeface="Malgun Gothic"/>
              </a:rPr>
              <a:t>않음</a:t>
            </a:r>
          </a:p>
        </p:txBody>
      </p:sp>
    </p:spTree>
    <p:extLst>
      <p:ext uri="{BB962C8B-B14F-4D97-AF65-F5344CB8AC3E}">
        <p14:creationId xmlns:p14="http://schemas.microsoft.com/office/powerpoint/2010/main" val="19096074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280DFEB-24FB-45AD-AF16-5C8DDE610680}"/>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확인한</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기술</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효과와</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미측정</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업무</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효과</a:t>
            </a:r>
          </a:p>
        </p:txBody>
      </p:sp>
      <p:sp>
        <p:nvSpPr>
          <p:cNvPr id="2" name="">
            <a:extLst xmlns:a="http://schemas.openxmlformats.org/drawingml/2006/main">
              <a:ext uri="{FF2B5EF4-FFF2-40B4-BE49-F238E27FC236}">
                <a16:creationId xmlns:a16="http://schemas.microsoft.com/office/drawing/2014/main" id="{74681756-BC9E-42CB-87DB-5204AFE47C0C}"/>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claims_matrix.md · 9</a:t>
            </a:r>
          </a:p>
        </p:txBody>
      </p:sp>
      <p:graphicFrame>
        <p:nvGraphicFramePr>
          <p:cNvPr id="3" name="">
            <a:extLst xmlns:a="http://schemas.openxmlformats.org/drawingml/2006/main">
              <a:ext uri="{FF2B5EF4-FFF2-40B4-BE49-F238E27FC236}">
                <a16:creationId xmlns:a16="http://schemas.microsoft.com/office/drawing/2014/main" id="{C012AF68-0330-44BB-918B-44F4805F94CC}"/>
              </a:ext>
            </a:extLst>
          </p:cNvPr>
          <p:cNvGraphicFramePr/>
          <p:nvPr/>
        </p:nvGraphicFramePr>
        <p:xfrm>
          <a:off xmlns:a="http://schemas.openxmlformats.org/drawingml/2006/main" x="609600" y="1714500"/>
          <a:ext xmlns:a="http://schemas.openxmlformats.org/drawingml/2006/main" cx="10972800" cy="3667125"/>
        </p:xfrm>
        <a:graphic xmlns:a="http://schemas.openxmlformats.org/drawingml/2006/main">
          <a:graphicData uri="http://schemas.openxmlformats.org/drawingml/2006/table">
            <a:tbl>
              <a:tblPr/>
              <a:tblGrid>
                <a:gridCol w="2190750"/>
                <a:gridCol w="4333875"/>
                <a:gridCol w="4448175"/>
              </a:tblGrid>
              <a:tr h="733425">
                <a:tc>
                  <a:txBody>
                    <a:bodyPr/>
                    <a:lstStyle/>
                    <a:p>
                      <a:r>
                        <a:rPr sz="1875" b="1">
                          <a:solidFill>
                            <a:srgbClr val="FFFFFF"/>
                          </a:solidFill>
                          <a:latin typeface="Malgun Gothic"/>
                          <a:ea typeface="Malgun Gothic"/>
                          <a:cs typeface="Malgun Gothic"/>
                        </a:rPr>
                        <a:t>평가</a:t>
                      </a:r>
                      <a:r>
                        <a:rPr sz="1875" b="1">
                          <a:solidFill>
                            <a:srgbClr val="FFFFFF"/>
                          </a:solidFill>
                          <a:latin typeface="Times New Roman"/>
                          <a:ea typeface="Times New Roman"/>
                          <a:cs typeface="Times New Roman"/>
                        </a:rPr>
                        <a:t> </a:t>
                      </a:r>
                      <a:r>
                        <a:rPr sz="1875" b="1">
                          <a:solidFill>
                            <a:srgbClr val="FFFFFF"/>
                          </a:solidFill>
                          <a:latin typeface="Malgun Gothic"/>
                          <a:ea typeface="Malgun Gothic"/>
                          <a:cs typeface="Malgun Gothic"/>
                        </a:rPr>
                        <a:t>항목</a:t>
                      </a:r>
                    </a:p>
                  </a:txBody>
                  <a:tcPr marL="91440" marR="91440" marT="45720" marB="45720" anchor="ctr">
                    <a:lnL w="9525">
                      <a:solidFill>
                        <a:srgbClr val="D8E0E8"/>
                      </a:solidFill>
                      <a:prstDash val="solid"/>
                    </a:lnL>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875" b="1">
                          <a:solidFill>
                            <a:srgbClr val="FFFFFF"/>
                          </a:solidFill>
                          <a:latin typeface="Malgun Gothic"/>
                          <a:ea typeface="Malgun Gothic"/>
                          <a:cs typeface="Malgun Gothic"/>
                        </a:rPr>
                        <a:t>이번</a:t>
                      </a:r>
                      <a:r>
                        <a:rPr sz="1875" b="1">
                          <a:solidFill>
                            <a:srgbClr val="FFFFFF"/>
                          </a:solidFill>
                          <a:latin typeface="Times New Roman"/>
                          <a:ea typeface="Times New Roman"/>
                          <a:cs typeface="Times New Roman"/>
                        </a:rPr>
                        <a:t> </a:t>
                      </a:r>
                      <a:r>
                        <a:rPr sz="1875" b="1">
                          <a:solidFill>
                            <a:srgbClr val="FFFFFF"/>
                          </a:solidFill>
                          <a:latin typeface="Malgun Gothic"/>
                          <a:ea typeface="Malgun Gothic"/>
                          <a:cs typeface="Malgun Gothic"/>
                        </a:rPr>
                        <a:t>근거</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c>
                  <a:txBody>
                    <a:bodyPr/>
                    <a:lstStyle/>
                    <a:p>
                      <a:r>
                        <a:rPr sz="1875" b="1">
                          <a:solidFill>
                            <a:srgbClr val="FFFFFF"/>
                          </a:solidFill>
                          <a:latin typeface="Malgun Gothic"/>
                          <a:ea typeface="Malgun Gothic"/>
                          <a:cs typeface="Malgun Gothic"/>
                        </a:rPr>
                        <a:t>이번에</a:t>
                      </a:r>
                      <a:r>
                        <a:rPr sz="1875" b="1">
                          <a:solidFill>
                            <a:srgbClr val="FFFFFF"/>
                          </a:solidFill>
                          <a:latin typeface="Times New Roman"/>
                          <a:ea typeface="Times New Roman"/>
                          <a:cs typeface="Times New Roman"/>
                        </a:rPr>
                        <a:t> </a:t>
                      </a:r>
                      <a:r>
                        <a:rPr sz="1875" b="1">
                          <a:solidFill>
                            <a:srgbClr val="FFFFFF"/>
                          </a:solidFill>
                          <a:latin typeface="Malgun Gothic"/>
                          <a:ea typeface="Malgun Gothic"/>
                          <a:cs typeface="Malgun Gothic"/>
                        </a:rPr>
                        <a:t>측정하지</a:t>
                      </a:r>
                      <a:r>
                        <a:rPr sz="1875" b="1">
                          <a:solidFill>
                            <a:srgbClr val="FFFFFF"/>
                          </a:solidFill>
                          <a:latin typeface="Times New Roman"/>
                          <a:ea typeface="Times New Roman"/>
                          <a:cs typeface="Times New Roman"/>
                        </a:rPr>
                        <a:t> </a:t>
                      </a:r>
                      <a:r>
                        <a:rPr sz="1875" b="1">
                          <a:solidFill>
                            <a:srgbClr val="FFFFFF"/>
                          </a:solidFill>
                          <a:latin typeface="Malgun Gothic"/>
                          <a:ea typeface="Malgun Gothic"/>
                          <a:cs typeface="Malgun Gothic"/>
                        </a:rPr>
                        <a:t>않음</a:t>
                      </a:r>
                    </a:p>
                  </a:txBody>
                  <a:tcPr marL="91440" marR="91440" marT="45720" marB="45720" anchor="ctr">
                    <a:lnR w="9525">
                      <a:solidFill>
                        <a:srgbClr val="D8E0E8"/>
                      </a:solidFill>
                      <a:prstDash val="solid"/>
                    </a:lnR>
                    <a:lnT w="9525">
                      <a:solidFill>
                        <a:srgbClr val="D8E0E8"/>
                      </a:solidFill>
                      <a:prstDash val="solid"/>
                    </a:lnT>
                    <a:lnB w="9525">
                      <a:solidFill>
                        <a:srgbClr val="D8E0E8"/>
                      </a:solidFill>
                      <a:prstDash val="solid"/>
                    </a:lnB>
                    <a:solidFill>
                      <a:srgbClr val="0969DA"/>
                    </a:solidFill>
                  </a:tcPr>
                </a:tc>
              </a:tr>
              <a:tr h="733425">
                <a:tc>
                  <a:txBody>
                    <a:bodyPr/>
                    <a:lstStyle/>
                    <a:p>
                      <a:r>
                        <a:rPr sz="1875" b="0">
                          <a:solidFill>
                            <a:srgbClr val="17212B"/>
                          </a:solidFill>
                          <a:latin typeface="Malgun Gothic"/>
                          <a:ea typeface="Malgun Gothic"/>
                          <a:cs typeface="Malgun Gothic"/>
                        </a:rPr>
                        <a:t>적합성</a:t>
                      </a:r>
                      <a:r>
                        <a:rPr sz="1875" b="0">
                          <a:solidFill>
                            <a:srgbClr val="17212B"/>
                          </a:solidFill>
                          <a:latin typeface="Times New Roman"/>
                          <a:ea typeface="Times New Roman"/>
                          <a:cs typeface="Times New Roman"/>
                        </a:rPr>
                        <a:t>30</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Malgun Gothic"/>
                          <a:ea typeface="Malgun Gothic"/>
                          <a:cs typeface="Malgun Gothic"/>
                        </a:rPr>
                        <a:t>규칙</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검색</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선택의</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분리</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비교</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Times New Roman"/>
                          <a:ea typeface="Times New Roman"/>
                          <a:cs typeface="Times New Roman"/>
                        </a:rPr>
                        <a:t>Clef </a:t>
                      </a:r>
                      <a:r>
                        <a:rPr sz="1875" b="0">
                          <a:solidFill>
                            <a:srgbClr val="17212B"/>
                          </a:solidFill>
                          <a:latin typeface="Malgun Gothic"/>
                          <a:ea typeface="Malgun Gothic"/>
                          <a:cs typeface="Malgun Gothic"/>
                        </a:rPr>
                        <a:t>보편적</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우위</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필수성</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733425">
                <a:tc>
                  <a:txBody>
                    <a:bodyPr/>
                    <a:lstStyle/>
                    <a:p>
                      <a:r>
                        <a:rPr sz="1875" b="0">
                          <a:solidFill>
                            <a:srgbClr val="17212B"/>
                          </a:solidFill>
                          <a:latin typeface="Malgun Gothic"/>
                          <a:ea typeface="Malgun Gothic"/>
                          <a:cs typeface="Malgun Gothic"/>
                        </a:rPr>
                        <a:t>확산성</a:t>
                      </a:r>
                      <a:r>
                        <a:rPr sz="1875" b="0">
                          <a:solidFill>
                            <a:srgbClr val="17212B"/>
                          </a:solidFill>
                          <a:latin typeface="Times New Roman"/>
                          <a:ea typeface="Times New Roman"/>
                          <a:cs typeface="Times New Roman"/>
                        </a:rPr>
                        <a:t>40</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1875" b="0">
                          <a:solidFill>
                            <a:srgbClr val="17212B"/>
                          </a:solidFill>
                          <a:latin typeface="Malgun Gothic"/>
                          <a:ea typeface="Malgun Gothic"/>
                          <a:cs typeface="Malgun Gothic"/>
                        </a:rPr>
                        <a:t>지원</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양식</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보존</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반복</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복구</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875" b="0">
                          <a:solidFill>
                            <a:srgbClr val="17212B"/>
                          </a:solidFill>
                          <a:latin typeface="Malgun Gothic"/>
                          <a:ea typeface="Malgun Gothic"/>
                          <a:cs typeface="Malgun Gothic"/>
                        </a:rPr>
                        <a:t>실제</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타팀</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도입</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사람</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사용성</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r h="733425">
                <a:tc>
                  <a:txBody>
                    <a:bodyPr/>
                    <a:lstStyle/>
                    <a:p>
                      <a:r>
                        <a:rPr sz="1875" b="0">
                          <a:solidFill>
                            <a:srgbClr val="17212B"/>
                          </a:solidFill>
                          <a:latin typeface="Malgun Gothic"/>
                          <a:ea typeface="Malgun Gothic"/>
                          <a:cs typeface="Malgun Gothic"/>
                        </a:rPr>
                        <a:t>효과</a:t>
                      </a:r>
                      <a:r>
                        <a:rPr sz="1875" b="0">
                          <a:solidFill>
                            <a:srgbClr val="17212B"/>
                          </a:solidFill>
                          <a:latin typeface="Times New Roman"/>
                          <a:ea typeface="Times New Roman"/>
                          <a:cs typeface="Times New Roman"/>
                        </a:rPr>
                        <a:t>20</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Malgun Gothic"/>
                          <a:ea typeface="Malgun Gothic"/>
                          <a:cs typeface="Malgun Gothic"/>
                        </a:rPr>
                        <a:t>기계</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확인</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사실</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시간</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호출</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비용</a:t>
                      </a:r>
                    </a:p>
                  </a:txBody>
                  <a:tcPr marL="91440" marR="91440" marT="45720" marB="45720" anchor="ctr">
                    <a:lnR w="9525">
                      <a:solidFill>
                        <a:srgbClr val="D8E0E8"/>
                      </a:solidFill>
                      <a:prstDash val="solid"/>
                    </a:lnR>
                    <a:lnB w="9525">
                      <a:solidFill>
                        <a:srgbClr val="D8E0E8"/>
                      </a:solidFill>
                      <a:prstDash val="solid"/>
                    </a:lnB>
                    <a:solidFill>
                      <a:srgbClr val="FFFFFF"/>
                    </a:solidFill>
                  </a:tcPr>
                </a:tc>
                <a:tc>
                  <a:txBody>
                    <a:bodyPr/>
                    <a:lstStyle/>
                    <a:p>
                      <a:r>
                        <a:rPr sz="1875" b="0">
                          <a:solidFill>
                            <a:srgbClr val="17212B"/>
                          </a:solidFill>
                          <a:latin typeface="Malgun Gothic"/>
                          <a:ea typeface="Malgun Gothic"/>
                          <a:cs typeface="Malgun Gothic"/>
                        </a:rPr>
                        <a:t>사람</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시간</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금액</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양산</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효과</a:t>
                      </a:r>
                    </a:p>
                  </a:txBody>
                  <a:tcPr marL="91440" marR="91440" marT="45720" marB="45720" anchor="ctr">
                    <a:lnR w="9525">
                      <a:solidFill>
                        <a:srgbClr val="D8E0E8"/>
                      </a:solidFill>
                      <a:prstDash val="solid"/>
                    </a:lnR>
                    <a:lnB w="9525">
                      <a:solidFill>
                        <a:srgbClr val="D8E0E8"/>
                      </a:solidFill>
                      <a:prstDash val="solid"/>
                    </a:lnB>
                    <a:solidFill>
                      <a:srgbClr val="FFFFFF"/>
                    </a:solidFill>
                  </a:tcPr>
                </a:tc>
              </a:tr>
              <a:tr h="733425">
                <a:tc>
                  <a:txBody>
                    <a:bodyPr/>
                    <a:lstStyle/>
                    <a:p>
                      <a:r>
                        <a:rPr sz="1875" b="0">
                          <a:solidFill>
                            <a:srgbClr val="17212B"/>
                          </a:solidFill>
                          <a:latin typeface="Malgun Gothic"/>
                          <a:ea typeface="Malgun Gothic"/>
                          <a:cs typeface="Malgun Gothic"/>
                        </a:rPr>
                        <a:t>독창성</a:t>
                      </a:r>
                      <a:r>
                        <a:rPr sz="1875" b="0">
                          <a:solidFill>
                            <a:srgbClr val="17212B"/>
                          </a:solidFill>
                          <a:latin typeface="Times New Roman"/>
                          <a:ea typeface="Times New Roman"/>
                          <a:cs typeface="Times New Roman"/>
                        </a:rPr>
                        <a:t>10</a:t>
                      </a:r>
                    </a:p>
                  </a:txBody>
                  <a:tcPr marL="91440" marR="91440" marT="45720" marB="45720" anchor="ctr">
                    <a:lnL w="9525">
                      <a:solidFill>
                        <a:srgbClr val="D8E0E8"/>
                      </a:solidFill>
                      <a:prstDash val="solid"/>
                    </a:lnL>
                    <a:lnR w="9525">
                      <a:solidFill>
                        <a:srgbClr val="D8E0E8"/>
                      </a:solidFill>
                      <a:prstDash val="solid"/>
                    </a:lnR>
                    <a:lnB w="9525">
                      <a:solidFill>
                        <a:srgbClr val="D8E0E8"/>
                      </a:solidFill>
                      <a:prstDash val="solid"/>
                    </a:lnB>
                    <a:solidFill>
                      <a:srgbClr val="F0F3F6"/>
                    </a:solidFill>
                  </a:tcPr>
                </a:tc>
                <a:tc>
                  <a:txBody>
                    <a:bodyPr/>
                    <a:lstStyle/>
                    <a:p>
                      <a:r>
                        <a:rPr sz="1875" b="0">
                          <a:solidFill>
                            <a:srgbClr val="17212B"/>
                          </a:solidFill>
                          <a:latin typeface="Malgun Gothic"/>
                          <a:ea typeface="Malgun Gothic"/>
                          <a:cs typeface="Malgun Gothic"/>
                        </a:rPr>
                        <a:t>상세</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작업</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셀</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갱신</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보호의</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결합</a:t>
                      </a:r>
                    </a:p>
                  </a:txBody>
                  <a:tcPr marL="91440" marR="91440" marT="45720" marB="45720" anchor="ctr">
                    <a:lnR w="9525">
                      <a:solidFill>
                        <a:srgbClr val="D8E0E8"/>
                      </a:solidFill>
                      <a:prstDash val="solid"/>
                    </a:lnR>
                    <a:lnB w="9525">
                      <a:solidFill>
                        <a:srgbClr val="D8E0E8"/>
                      </a:solidFill>
                      <a:prstDash val="solid"/>
                    </a:lnB>
                    <a:solidFill>
                      <a:srgbClr val="F0F3F6"/>
                    </a:solidFill>
                  </a:tcPr>
                </a:tc>
                <a:tc>
                  <a:txBody>
                    <a:bodyPr/>
                    <a:lstStyle/>
                    <a:p>
                      <a:r>
                        <a:rPr sz="1875" b="0">
                          <a:solidFill>
                            <a:srgbClr val="17212B"/>
                          </a:solidFill>
                          <a:latin typeface="Malgun Gothic"/>
                          <a:ea typeface="Malgun Gothic"/>
                          <a:cs typeface="Malgun Gothic"/>
                        </a:rPr>
                        <a:t>원천</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모델</a:t>
                      </a:r>
                      <a:r>
                        <a:rPr sz="1875" b="0">
                          <a:solidFill>
                            <a:srgbClr val="17212B"/>
                          </a:solidFill>
                          <a:latin typeface="Times New Roman"/>
                          <a:ea typeface="Times New Roman"/>
                          <a:cs typeface="Times New Roman"/>
                        </a:rPr>
                        <a:t> </a:t>
                      </a:r>
                      <a:r>
                        <a:rPr sz="1875" b="0">
                          <a:solidFill>
                            <a:srgbClr val="17212B"/>
                          </a:solidFill>
                          <a:latin typeface="Malgun Gothic"/>
                          <a:ea typeface="Malgun Gothic"/>
                          <a:cs typeface="Malgun Gothic"/>
                        </a:rPr>
                        <a:t>발명</a:t>
                      </a:r>
                      <a:r>
                        <a:rPr sz="1875" b="0">
                          <a:solidFill>
                            <a:srgbClr val="17212B"/>
                          </a:solidFill>
                          <a:latin typeface="Times New Roman"/>
                          <a:ea typeface="Times New Roman"/>
                          <a:cs typeface="Times New Roman"/>
                        </a:rPr>
                        <a:t>·</a:t>
                      </a:r>
                      <a:r>
                        <a:rPr sz="1875" b="0">
                          <a:solidFill>
                            <a:srgbClr val="17212B"/>
                          </a:solidFill>
                          <a:latin typeface="Malgun Gothic"/>
                          <a:ea typeface="Malgun Gothic"/>
                          <a:cs typeface="Malgun Gothic"/>
                        </a:rPr>
                        <a:t>독점성</a:t>
                      </a:r>
                    </a:p>
                  </a:txBody>
                  <a:tcPr marL="91440" marR="91440" marT="45720" marB="45720" anchor="ctr">
                    <a:lnR w="9525">
                      <a:solidFill>
                        <a:srgbClr val="D8E0E8"/>
                      </a:solidFill>
                      <a:prstDash val="solid"/>
                    </a:lnR>
                    <a:lnB w="9525">
                      <a:solidFill>
                        <a:srgbClr val="D8E0E8"/>
                      </a:solidFill>
                      <a:prstDash val="solid"/>
                    </a:lnB>
                    <a:solidFill>
                      <a:srgbClr val="F0F3F6"/>
                    </a:solidFill>
                  </a:tcPr>
                </a:tc>
              </a:tr>
            </a:tbl>
          </a:graphicData>
        </a:graphic>
      </p:graphicFrame>
    </p:spTree>
    <p:extLst>
      <p:ext uri="{BB962C8B-B14F-4D97-AF65-F5344CB8AC3E}">
        <p14:creationId xmlns:p14="http://schemas.microsoft.com/office/powerpoint/2010/main" val="15769246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F32DC9-F375-4B30-AE1E-1561FD89C274}"/>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7212B"/>
                </a:solidFill>
              </a:defRPr>
            </a:defPPr>
          </a:lstStyle>
          <a:p xmlns:a="http://schemas.openxmlformats.org/drawingml/2006/main">
            <a:pPr>
              <a:defRPr sz="3000" b="1">
                <a:solidFill>
                  <a:srgbClr val="17212B"/>
                </a:solidFill>
              </a:defRPr>
            </a:pPr>
            <a:r>
              <a:rPr sz="3000" b="1">
                <a:solidFill>
                  <a:srgbClr val="17212B"/>
                </a:solidFill>
                <a:latin typeface="Malgun Gothic"/>
                <a:ea typeface="Malgun Gothic"/>
                <a:cs typeface="Malgun Gothic"/>
              </a:rPr>
              <a:t>근거를</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보존하고</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단계별</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기여를</a:t>
            </a:r>
            <a:r>
              <a:rPr sz="3000" b="1">
                <a:solidFill>
                  <a:srgbClr val="17212B"/>
                </a:solidFill>
                <a:latin typeface="Times New Roman"/>
                <a:ea typeface="Times New Roman"/>
                <a:cs typeface="Times New Roman"/>
              </a:rPr>
              <a:t> </a:t>
            </a:r>
            <a:r>
              <a:rPr sz="3000" b="1">
                <a:solidFill>
                  <a:srgbClr val="17212B"/>
                </a:solidFill>
                <a:latin typeface="Malgun Gothic"/>
                <a:ea typeface="Malgun Gothic"/>
                <a:cs typeface="Malgun Gothic"/>
              </a:rPr>
              <a:t>확인했습니다</a:t>
            </a:r>
          </a:p>
        </p:txBody>
      </p:sp>
      <p:sp>
        <p:nvSpPr>
          <p:cNvPr id="2" name="">
            <a:extLst xmlns:a="http://schemas.openxmlformats.org/drawingml/2006/main">
              <a:ext uri="{FF2B5EF4-FFF2-40B4-BE49-F238E27FC236}">
                <a16:creationId xmlns:a16="http://schemas.microsoft.com/office/drawing/2014/main" id="{7653C160-4317-4CAC-9922-0C67F53CE162}"/>
              </a:ext>
            </a:extLst>
          </p:cNvPr>
          <p:cNvSpPr>
            <a:spLocks xmlns:a="http://schemas.openxmlformats.org/drawingml/2006/main" noGrp="1"/>
          </p:cNvSpPr>
          <p:nvPr/>
        </p:nvSpPr>
        <p:spPr>
          <a:xfrm xmlns:a="http://schemas.openxmlformats.org/drawingml/2006/main">
            <a:off x="609600" y="6381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26171"/>
                </a:solidFill>
              </a:defRPr>
            </a:defPPr>
          </a:lstStyle>
          <a:p xmlns:a="http://schemas.openxmlformats.org/drawingml/2006/main">
            <a:pPr>
              <a:defRPr sz="1200" b="0">
                <a:solidFill>
                  <a:srgbClr val="526171"/>
                </a:solidFill>
              </a:defRPr>
            </a:pPr>
            <a:r>
              <a:rPr sz="1200" b="0">
                <a:solidFill>
                  <a:srgbClr val="526171"/>
                </a:solidFill>
                <a:latin typeface="Times New Roman"/>
                <a:ea typeface="Times New Roman"/>
                <a:cs typeface="Times New Roman"/>
              </a:rPr>
              <a:t>report.md / verification.json · 10</a:t>
            </a:r>
          </a:p>
        </p:txBody>
      </p:sp>
      <p:sp>
        <p:nvSpPr>
          <p:cNvPr id="3" name="">
            <a:extLst xmlns:a="http://schemas.openxmlformats.org/drawingml/2006/main">
              <a:ext uri="{FF2B5EF4-FFF2-40B4-BE49-F238E27FC236}">
                <a16:creationId xmlns:a16="http://schemas.microsoft.com/office/drawing/2014/main" id="{34A3AC46-E842-4755-A9EF-88F2F06C0E80}"/>
              </a:ext>
            </a:extLst>
          </p:cNvPr>
          <p:cNvSpPr>
            <a:spLocks xmlns:a="http://schemas.openxmlformats.org/drawingml/2006/main" noGrp="1"/>
          </p:cNvSpPr>
          <p:nvPr/>
        </p:nvSpPr>
        <p:spPr>
          <a:xfrm xmlns:a="http://schemas.openxmlformats.org/drawingml/2006/main">
            <a:off x="609600" y="1857375"/>
            <a:ext cx="10972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0969DA"/>
                </a:solidFill>
              </a:defRPr>
            </a:defPPr>
          </a:lstStyle>
          <a:p xmlns:a="http://schemas.openxmlformats.org/drawingml/2006/main">
            <a:pPr>
              <a:defRPr sz="3000" b="1">
                <a:solidFill>
                  <a:srgbClr val="0969DA"/>
                </a:solidFill>
              </a:defRPr>
            </a:pPr>
            <a:r>
              <a:rPr sz="3000" b="1">
                <a:solidFill>
                  <a:srgbClr val="0969DA"/>
                </a:solidFill>
                <a:latin typeface="Malgun Gothic"/>
                <a:ea typeface="Malgun Gothic"/>
                <a:cs typeface="Malgun Gothic"/>
              </a:rPr>
              <a:t>상세</a:t>
            </a:r>
            <a:r>
              <a:rPr sz="3000" b="1">
                <a:solidFill>
                  <a:srgbClr val="0969DA"/>
                </a:solidFill>
                <a:latin typeface="Times New Roman"/>
                <a:ea typeface="Times New Roman"/>
                <a:cs typeface="Times New Roman"/>
              </a:rPr>
              <a:t>·</a:t>
            </a:r>
            <a:r>
              <a:rPr sz="3000" b="1">
                <a:solidFill>
                  <a:srgbClr val="0969DA"/>
                </a:solidFill>
                <a:latin typeface="Malgun Gothic"/>
                <a:ea typeface="Malgun Gothic"/>
                <a:cs typeface="Malgun Gothic"/>
              </a:rPr>
              <a:t>작업</a:t>
            </a:r>
            <a:r>
              <a:rPr sz="3000" b="1">
                <a:solidFill>
                  <a:srgbClr val="0969DA"/>
                </a:solidFill>
                <a:latin typeface="Times New Roman"/>
                <a:ea typeface="Times New Roman"/>
                <a:cs typeface="Times New Roman"/>
              </a:rPr>
              <a:t>·</a:t>
            </a:r>
            <a:r>
              <a:rPr sz="3000" b="1">
                <a:solidFill>
                  <a:srgbClr val="0969DA"/>
                </a:solidFill>
                <a:latin typeface="Malgun Gothic"/>
                <a:ea typeface="Malgun Gothic"/>
                <a:cs typeface="Malgun Gothic"/>
              </a:rPr>
              <a:t>셀</a:t>
            </a:r>
            <a:r>
              <a:rPr sz="3000" b="1">
                <a:solidFill>
                  <a:srgbClr val="0969DA"/>
                </a:solidFill>
                <a:latin typeface="Times New Roman"/>
                <a:ea typeface="Times New Roman"/>
                <a:cs typeface="Times New Roman"/>
              </a:rPr>
              <a:t> </a:t>
            </a:r>
            <a:r>
              <a:rPr sz="3000" b="1">
                <a:solidFill>
                  <a:srgbClr val="0969DA"/>
                </a:solidFill>
                <a:latin typeface="Malgun Gothic"/>
                <a:ea typeface="Malgun Gothic"/>
                <a:cs typeface="Malgun Gothic"/>
              </a:rPr>
              <a:t>보존</a:t>
            </a:r>
            <a:br>
              <a:rPr sz="3000" b="1">
                <a:solidFill>
                  <a:srgbClr val="0969DA"/>
                </a:solidFill>
                <a:latin typeface="Times New Roman"/>
                <a:ea typeface="Times New Roman"/>
                <a:cs typeface="Times New Roman"/>
              </a:rPr>
            </a:br>
            <a:r>
              <a:rPr sz="3000" b="1">
                <a:solidFill>
                  <a:srgbClr val="0969DA"/>
                </a:solidFill>
                <a:latin typeface="Malgun Gothic"/>
                <a:ea typeface="Malgun Gothic"/>
                <a:cs typeface="Malgun Gothic"/>
              </a:rPr>
              <a:t>후보</a:t>
            </a:r>
            <a:r>
              <a:rPr sz="3000" b="1">
                <a:solidFill>
                  <a:srgbClr val="0969DA"/>
                </a:solidFill>
                <a:latin typeface="Times New Roman"/>
                <a:ea typeface="Times New Roman"/>
                <a:cs typeface="Times New Roman"/>
              </a:rPr>
              <a:t> </a:t>
            </a:r>
            <a:r>
              <a:rPr sz="3000" b="1">
                <a:solidFill>
                  <a:srgbClr val="0969DA"/>
                </a:solidFill>
                <a:latin typeface="Malgun Gothic"/>
                <a:ea typeface="Malgun Gothic"/>
                <a:cs typeface="Malgun Gothic"/>
              </a:rPr>
              <a:t>검색과</a:t>
            </a:r>
            <a:r>
              <a:rPr sz="3000" b="1">
                <a:solidFill>
                  <a:srgbClr val="0969DA"/>
                </a:solidFill>
                <a:latin typeface="Times New Roman"/>
                <a:ea typeface="Times New Roman"/>
                <a:cs typeface="Times New Roman"/>
              </a:rPr>
              <a:t> </a:t>
            </a:r>
            <a:r>
              <a:rPr sz="3000" b="1">
                <a:solidFill>
                  <a:srgbClr val="0969DA"/>
                </a:solidFill>
                <a:latin typeface="Malgun Gothic"/>
                <a:ea typeface="Malgun Gothic"/>
                <a:cs typeface="Malgun Gothic"/>
              </a:rPr>
              <a:t>조건</a:t>
            </a:r>
            <a:r>
              <a:rPr sz="3000" b="1">
                <a:solidFill>
                  <a:srgbClr val="0969DA"/>
                </a:solidFill>
                <a:latin typeface="Times New Roman"/>
                <a:ea typeface="Times New Roman"/>
                <a:cs typeface="Times New Roman"/>
              </a:rPr>
              <a:t> </a:t>
            </a:r>
            <a:r>
              <a:rPr sz="3000" b="1">
                <a:solidFill>
                  <a:srgbClr val="0969DA"/>
                </a:solidFill>
                <a:latin typeface="Malgun Gothic"/>
                <a:ea typeface="Malgun Gothic"/>
                <a:cs typeface="Malgun Gothic"/>
              </a:rPr>
              <a:t>선택의</a:t>
            </a:r>
            <a:r>
              <a:rPr sz="3000" b="1">
                <a:solidFill>
                  <a:srgbClr val="0969DA"/>
                </a:solidFill>
                <a:latin typeface="Times New Roman"/>
                <a:ea typeface="Times New Roman"/>
                <a:cs typeface="Times New Roman"/>
              </a:rPr>
              <a:t> </a:t>
            </a:r>
            <a:r>
              <a:rPr sz="3000" b="1">
                <a:solidFill>
                  <a:srgbClr val="0969DA"/>
                </a:solidFill>
                <a:latin typeface="Malgun Gothic"/>
                <a:ea typeface="Malgun Gothic"/>
                <a:cs typeface="Malgun Gothic"/>
              </a:rPr>
              <a:t>분리</a:t>
            </a:r>
            <a:br>
              <a:rPr sz="3000" b="1">
                <a:solidFill>
                  <a:srgbClr val="0969DA"/>
                </a:solidFill>
                <a:latin typeface="Times New Roman"/>
                <a:ea typeface="Times New Roman"/>
                <a:cs typeface="Times New Roman"/>
              </a:rPr>
            </a:br>
            <a:r>
              <a:rPr sz="3000" b="1">
                <a:solidFill>
                  <a:srgbClr val="0969DA"/>
                </a:solidFill>
                <a:latin typeface="Malgun Gothic"/>
                <a:ea typeface="Malgun Gothic"/>
                <a:cs typeface="Malgun Gothic"/>
              </a:rPr>
              <a:t>실패</a:t>
            </a:r>
            <a:r>
              <a:rPr sz="3000" b="1">
                <a:solidFill>
                  <a:srgbClr val="0969DA"/>
                </a:solidFill>
                <a:latin typeface="Times New Roman"/>
                <a:ea typeface="Times New Roman"/>
                <a:cs typeface="Times New Roman"/>
              </a:rPr>
              <a:t>·unknown·</a:t>
            </a:r>
            <a:r>
              <a:rPr sz="3000" b="1">
                <a:solidFill>
                  <a:srgbClr val="0969DA"/>
                </a:solidFill>
                <a:latin typeface="Malgun Gothic"/>
                <a:ea typeface="Malgun Gothic"/>
                <a:cs typeface="Malgun Gothic"/>
              </a:rPr>
              <a:t>비용까지</a:t>
            </a:r>
            <a:r>
              <a:rPr sz="3000" b="1">
                <a:solidFill>
                  <a:srgbClr val="0969DA"/>
                </a:solidFill>
                <a:latin typeface="Times New Roman"/>
                <a:ea typeface="Times New Roman"/>
                <a:cs typeface="Times New Roman"/>
              </a:rPr>
              <a:t> </a:t>
            </a:r>
            <a:r>
              <a:rPr sz="3000" b="1">
                <a:solidFill>
                  <a:srgbClr val="0969DA"/>
                </a:solidFill>
                <a:latin typeface="Malgun Gothic"/>
                <a:ea typeface="Malgun Gothic"/>
                <a:cs typeface="Malgun Gothic"/>
              </a:rPr>
              <a:t>같은</a:t>
            </a:r>
            <a:r>
              <a:rPr sz="3000" b="1">
                <a:solidFill>
                  <a:srgbClr val="0969DA"/>
                </a:solidFill>
                <a:latin typeface="Times New Roman"/>
                <a:ea typeface="Times New Roman"/>
                <a:cs typeface="Times New Roman"/>
              </a:rPr>
              <a:t> </a:t>
            </a:r>
            <a:r>
              <a:rPr sz="3000" b="1">
                <a:solidFill>
                  <a:srgbClr val="0969DA"/>
                </a:solidFill>
                <a:latin typeface="Malgun Gothic"/>
                <a:ea typeface="Malgun Gothic"/>
                <a:cs typeface="Malgun Gothic"/>
              </a:rPr>
              <a:t>기록으로</a:t>
            </a:r>
            <a:r>
              <a:rPr sz="3000" b="1">
                <a:solidFill>
                  <a:srgbClr val="0969DA"/>
                </a:solidFill>
                <a:latin typeface="Times New Roman"/>
                <a:ea typeface="Times New Roman"/>
                <a:cs typeface="Times New Roman"/>
              </a:rPr>
              <a:t> </a:t>
            </a:r>
            <a:r>
              <a:rPr sz="3000" b="1">
                <a:solidFill>
                  <a:srgbClr val="0969DA"/>
                </a:solidFill>
                <a:latin typeface="Malgun Gothic"/>
                <a:ea typeface="Malgun Gothic"/>
                <a:cs typeface="Malgun Gothic"/>
              </a:rPr>
              <a:t>확인</a:t>
            </a:r>
          </a:p>
        </p:txBody>
      </p:sp>
      <p:sp>
        <p:nvSpPr>
          <p:cNvPr id="4" name="">
            <a:extLst xmlns:a="http://schemas.openxmlformats.org/drawingml/2006/main">
              <a:ext uri="{FF2B5EF4-FFF2-40B4-BE49-F238E27FC236}">
                <a16:creationId xmlns:a16="http://schemas.microsoft.com/office/drawing/2014/main" id="{7408A687-5263-4F74-BD2A-77C2AF8C70FD}"/>
              </a:ext>
            </a:extLst>
          </p:cNvPr>
          <p:cNvSpPr>
            <a:spLocks xmlns:a="http://schemas.openxmlformats.org/drawingml/2006/main" noGrp="1"/>
          </p:cNvSpPr>
          <p:nvPr/>
        </p:nvSpPr>
        <p:spPr>
          <a:xfrm xmlns:a="http://schemas.openxmlformats.org/drawingml/2006/main">
            <a:off x="609600" y="5048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26171"/>
                </a:solidFill>
              </a:defRPr>
            </a:defPPr>
          </a:lstStyle>
          <a:p xmlns:a="http://schemas.openxmlformats.org/drawingml/2006/main">
            <a:pPr>
              <a:defRPr sz="2100" b="0">
                <a:solidFill>
                  <a:srgbClr val="526171"/>
                </a:solidFill>
              </a:defRPr>
            </a:pPr>
            <a:r>
              <a:rPr sz="2100" b="0">
                <a:solidFill>
                  <a:srgbClr val="526171"/>
                </a:solidFill>
                <a:latin typeface="Malgun Gothic"/>
                <a:ea typeface="Malgun Gothic"/>
                <a:cs typeface="Malgun Gothic"/>
              </a:rPr>
              <a:t>다음</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적용</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판단</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승인</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업무자료</a:t>
            </a:r>
            <a:r>
              <a:rPr sz="2100" b="0">
                <a:solidFill>
                  <a:srgbClr val="526171"/>
                </a:solidFill>
                <a:latin typeface="Times New Roman"/>
                <a:ea typeface="Times New Roman"/>
                <a:cs typeface="Times New Roman"/>
              </a:rPr>
              <a:t> · Windows/DRM·120B · </a:t>
            </a:r>
            <a:r>
              <a:rPr sz="2100" b="0">
                <a:solidFill>
                  <a:srgbClr val="526171"/>
                </a:solidFill>
                <a:latin typeface="Malgun Gothic"/>
                <a:ea typeface="Malgun Gothic"/>
                <a:cs typeface="Malgun Gothic"/>
              </a:rPr>
              <a:t>권한</a:t>
            </a:r>
            <a:r>
              <a:rPr sz="2100" b="0">
                <a:solidFill>
                  <a:srgbClr val="526171"/>
                </a:solidFill>
                <a:latin typeface="Times New Roman"/>
                <a:ea typeface="Times New Roman"/>
                <a:cs typeface="Times New Roman"/>
              </a:rPr>
              <a:t> · </a:t>
            </a:r>
            <a:r>
              <a:rPr sz="2100" b="0">
                <a:solidFill>
                  <a:srgbClr val="526171"/>
                </a:solidFill>
                <a:latin typeface="Malgun Gothic"/>
                <a:ea typeface="Malgun Gothic"/>
                <a:cs typeface="Malgun Gothic"/>
              </a:rPr>
              <a:t>현장</a:t>
            </a:r>
            <a:r>
              <a:rPr sz="2100" b="0">
                <a:solidFill>
                  <a:srgbClr val="526171"/>
                </a:solidFill>
                <a:latin typeface="Times New Roman"/>
                <a:ea typeface="Times New Roman"/>
                <a:cs typeface="Times New Roman"/>
              </a:rPr>
              <a:t> </a:t>
            </a:r>
            <a:r>
              <a:rPr sz="2100" b="0">
                <a:solidFill>
                  <a:srgbClr val="526171"/>
                </a:solidFill>
                <a:latin typeface="Malgun Gothic"/>
                <a:ea typeface="Malgun Gothic"/>
                <a:cs typeface="Malgun Gothic"/>
              </a:rPr>
              <a:t>품질</a:t>
            </a:r>
          </a:p>
        </p:txBody>
      </p:sp>
    </p:spTree>
    <p:extLst>
      <p:ext uri="{BB962C8B-B14F-4D97-AF65-F5344CB8AC3E}">
        <p14:creationId xmlns:p14="http://schemas.microsoft.com/office/powerpoint/2010/main" val="902484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2026-10-14T05:25:28.6300000Z</dcterms:created>
  <dcterms:modified xsi:type="dcterms:W3CDTF">2026-10-14T05:25:28.6300000Z</dcterms:modified>
</coreProperties>
</file>